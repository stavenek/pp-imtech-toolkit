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9" r:id="rId6"/>
    <p:sldId id="335" r:id="rId7"/>
    <p:sldId id="337" r:id="rId8"/>
    <p:sldId id="338" r:id="rId9"/>
    <p:sldId id="336" r:id="rId1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1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1"/>
  </p:normalViewPr>
  <p:slideViewPr>
    <p:cSldViewPr snapToGrid="0">
      <p:cViewPr varScale="1">
        <p:scale>
          <a:sx n="98" d="100"/>
          <a:sy n="98" d="100"/>
        </p:scale>
        <p:origin x="1144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rik Carpenhall" userId="e0bcaa22-8eb4-4365-a6a3-1c18d476596f" providerId="ADAL" clId="{E2041872-6B8A-57A1-B18F-E690C2D09D77}"/>
    <pc:docChg chg="modSld">
      <pc:chgData name="Fredrik Carpenhall" userId="e0bcaa22-8eb4-4365-a6a3-1c18d476596f" providerId="ADAL" clId="{E2041872-6B8A-57A1-B18F-E690C2D09D77}" dt="2025-08-25T09:23:30.713" v="6" actId="20577"/>
      <pc:docMkLst>
        <pc:docMk/>
      </pc:docMkLst>
      <pc:sldChg chg="modSp mod">
        <pc:chgData name="Fredrik Carpenhall" userId="e0bcaa22-8eb4-4365-a6a3-1c18d476596f" providerId="ADAL" clId="{E2041872-6B8A-57A1-B18F-E690C2D09D77}" dt="2025-08-25T09:23:30.713" v="6" actId="20577"/>
        <pc:sldMkLst>
          <pc:docMk/>
          <pc:sldMk cId="4140237303" sldId="336"/>
        </pc:sldMkLst>
        <pc:spChg chg="mod">
          <ac:chgData name="Fredrik Carpenhall" userId="e0bcaa22-8eb4-4365-a6a3-1c18d476596f" providerId="ADAL" clId="{E2041872-6B8A-57A1-B18F-E690C2D09D77}" dt="2025-08-25T09:23:30.713" v="6" actId="20577"/>
          <ac:spMkLst>
            <pc:docMk/>
            <pc:sldMk cId="4140237303" sldId="336"/>
            <ac:spMk id="8" creationId="{4C880BBF-EA8C-8147-A8F3-21CAB2550457}"/>
          </ac:spMkLst>
        </pc:spChg>
      </pc:sldChg>
    </pc:docChg>
  </pc:docChgLst>
  <pc:docChgLst>
    <pc:chgData name="Fredrik Carpenhall" userId="e0bcaa22-8eb4-4365-a6a3-1c18d476596f" providerId="ADAL" clId="{06CA4513-EB2E-EF45-A2B1-4343733C1419}"/>
    <pc:docChg chg="custSel modSld">
      <pc:chgData name="Fredrik Carpenhall" userId="e0bcaa22-8eb4-4365-a6a3-1c18d476596f" providerId="ADAL" clId="{06CA4513-EB2E-EF45-A2B1-4343733C1419}" dt="2025-06-27T08:28:01.498" v="91" actId="478"/>
      <pc:docMkLst>
        <pc:docMk/>
      </pc:docMkLst>
      <pc:sldChg chg="delSp modSp mod">
        <pc:chgData name="Fredrik Carpenhall" userId="e0bcaa22-8eb4-4365-a6a3-1c18d476596f" providerId="ADAL" clId="{06CA4513-EB2E-EF45-A2B1-4343733C1419}" dt="2025-06-27T08:28:01.498" v="91" actId="478"/>
        <pc:sldMkLst>
          <pc:docMk/>
          <pc:sldMk cId="4140237303" sldId="33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47C7D0-55DA-9AC7-720C-2D3D504C0D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3DE26-C132-056A-61C6-B4B519362C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2DF9A5-3520-483C-A08A-1403E2B29E71}" type="datetimeFigureOut">
              <a:rPr lang="en-US" smtClean="0"/>
              <a:t>8/25/25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0F1B1-07E2-9FC1-C899-C1189D31F2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61041-05D0-7A86-1DD5-EBB5727F0B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17DEE-16A5-4959-9102-6B42BBEF4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2221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CD27F-57ED-4050-A749-338366197E0D}" type="datetimeFigureOut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D586-C145-4C08-8ECD-C931AA6281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841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(grön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860550"/>
            <a:ext cx="9217025" cy="2101850"/>
          </a:xfrm>
        </p:spPr>
        <p:txBody>
          <a:bodyPr anchor="b"/>
          <a:lstStyle>
            <a:lvl1pPr>
              <a:defRPr sz="68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749" y="6858000"/>
            <a:ext cx="3535363" cy="0"/>
          </a:xfrm>
        </p:spPr>
        <p:txBody>
          <a:bodyPr/>
          <a:lstStyle>
            <a:lvl1pPr algn="l"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8F25F780-E4AA-4DB3-9C5F-DC26BB01F2AD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99292D30-221B-A959-86B9-E0A03786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4214813"/>
            <a:ext cx="5446713" cy="925512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>
                <a:solidFill>
                  <a:schemeClr val="tx2"/>
                </a:solidFill>
              </a:defRPr>
            </a:lvl1pPr>
            <a:lvl2pPr marL="176213" indent="0">
              <a:buNone/>
              <a:defRPr/>
            </a:lvl2pPr>
            <a:lvl3pPr marL="360362" indent="0">
              <a:buNone/>
              <a:defRPr/>
            </a:lvl3pPr>
            <a:lvl4pPr marL="536575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1016E300-4348-F07C-94DF-55F90FBEB8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8902" y="5999641"/>
            <a:ext cx="2681761" cy="420668"/>
          </a:xfrm>
          <a:prstGeom prst="rect">
            <a:avLst/>
          </a:prstGeom>
        </p:spPr>
      </p:pic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7FC2BAE7-6A9B-98A4-B361-08FFA3C126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749" y="6143624"/>
            <a:ext cx="3535363" cy="17303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176213" indent="0">
              <a:buNone/>
              <a:defRPr>
                <a:solidFill>
                  <a:schemeClr val="tx2"/>
                </a:solidFill>
              </a:defRPr>
            </a:lvl2pPr>
            <a:lvl3pPr marL="360362" indent="0">
              <a:buNone/>
              <a:defRPr>
                <a:solidFill>
                  <a:schemeClr val="tx2"/>
                </a:solidFill>
              </a:defRPr>
            </a:lvl3pPr>
            <a:lvl4pPr marL="536575" indent="0">
              <a:buNone/>
              <a:defRPr>
                <a:solidFill>
                  <a:schemeClr val="tx2"/>
                </a:solidFill>
              </a:defRPr>
            </a:lvl4pPr>
            <a:lvl5pPr marL="719137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Lägg till datum</a:t>
            </a:r>
          </a:p>
        </p:txBody>
      </p:sp>
    </p:spTree>
    <p:extLst>
      <p:ext uri="{BB962C8B-B14F-4D97-AF65-F5344CB8AC3E}">
        <p14:creationId xmlns:p14="http://schemas.microsoft.com/office/powerpoint/2010/main" val="1360550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ida (bei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860550"/>
            <a:ext cx="9217025" cy="2101850"/>
          </a:xfrm>
        </p:spPr>
        <p:txBody>
          <a:bodyPr anchor="b"/>
          <a:lstStyle>
            <a:lvl1pPr>
              <a:defRPr sz="68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749" y="6858000"/>
            <a:ext cx="3535363" cy="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2C95FF5D-FBCC-409E-AB5E-53B32E82B57D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99292D30-221B-A959-86B9-E0A03786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4214813"/>
            <a:ext cx="5446713" cy="925512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  <a:lvl3pPr marL="360362" indent="0">
              <a:buNone/>
              <a:defRPr/>
            </a:lvl3pPr>
            <a:lvl4pPr marL="536575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1016E300-4348-F07C-94DF-55F90FBEB8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8902" y="5999641"/>
            <a:ext cx="2681761" cy="420668"/>
          </a:xfrm>
          <a:prstGeom prst="rect">
            <a:avLst/>
          </a:prstGeom>
        </p:spPr>
      </p:pic>
      <p:sp>
        <p:nvSpPr>
          <p:cNvPr id="6" name="Platshållare för text 7">
            <a:extLst>
              <a:ext uri="{FF2B5EF4-FFF2-40B4-BE49-F238E27FC236}">
                <a16:creationId xmlns:a16="http://schemas.microsoft.com/office/drawing/2014/main" id="{3658E560-1422-29D5-AB40-066DCD74B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749" y="6143624"/>
            <a:ext cx="3535363" cy="173039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>
                <a:solidFill>
                  <a:schemeClr val="tx2"/>
                </a:solidFill>
              </a:defRPr>
            </a:lvl2pPr>
            <a:lvl3pPr marL="360362" indent="0">
              <a:buNone/>
              <a:defRPr>
                <a:solidFill>
                  <a:schemeClr val="tx2"/>
                </a:solidFill>
              </a:defRPr>
            </a:lvl3pPr>
            <a:lvl4pPr marL="536575" indent="0">
              <a:buNone/>
              <a:defRPr>
                <a:solidFill>
                  <a:schemeClr val="tx2"/>
                </a:solidFill>
              </a:defRPr>
            </a:lvl4pPr>
            <a:lvl5pPr marL="719137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Lägg till datum</a:t>
            </a:r>
          </a:p>
        </p:txBody>
      </p:sp>
    </p:spTree>
    <p:extLst>
      <p:ext uri="{BB962C8B-B14F-4D97-AF65-F5344CB8AC3E}">
        <p14:creationId xmlns:p14="http://schemas.microsoft.com/office/powerpoint/2010/main" val="393610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(grön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633590"/>
            <a:ext cx="6514193" cy="685622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sv-SE"/>
              <a:t>Lägg till agendarubrik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3EC13943-6288-4B2A-AED5-FBBBAF1F0CA2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CDBE5A7-2370-B0C7-0F73-322231D08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1860550"/>
            <a:ext cx="6514194" cy="4456112"/>
          </a:xfrm>
        </p:spPr>
        <p:txBody>
          <a:bodyPr/>
          <a:lstStyle>
            <a:lvl1pPr marL="468000" indent="-468000">
              <a:lnSpc>
                <a:spcPct val="95000"/>
              </a:lnSpc>
              <a:spcAft>
                <a:spcPts val="800"/>
              </a:spcAft>
              <a:buFont typeface="+mj-lt"/>
              <a:buAutoNum type="arabicPeriod"/>
              <a:defRPr sz="2600">
                <a:solidFill>
                  <a:schemeClr val="tx2"/>
                </a:solidFill>
              </a:defRPr>
            </a:lvl1pPr>
            <a:lvl2pPr marL="648000" indent="-216000">
              <a:lnSpc>
                <a:spcPct val="95000"/>
              </a:lnSpc>
              <a:defRPr sz="2000">
                <a:solidFill>
                  <a:schemeClr val="tx2"/>
                </a:solidFill>
              </a:defRPr>
            </a:lvl2pPr>
            <a:lvl3pPr marL="828000" indent="-216000">
              <a:lnSpc>
                <a:spcPct val="95000"/>
              </a:lnSpc>
              <a:defRPr sz="1800">
                <a:solidFill>
                  <a:schemeClr val="tx2"/>
                </a:solidFill>
              </a:defRPr>
            </a:lvl3pPr>
            <a:lvl4pPr marL="1008000" indent="-180000">
              <a:lnSpc>
                <a:spcPct val="95000"/>
              </a:lnSpc>
              <a:defRPr sz="1600">
                <a:solidFill>
                  <a:schemeClr val="tx2"/>
                </a:solidFill>
              </a:defRPr>
            </a:lvl4pPr>
            <a:lvl5pPr marL="1188000" indent="-180000">
              <a:lnSpc>
                <a:spcPct val="95000"/>
              </a:lnSpc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A6ED55C8-266F-B663-C78A-7EDE055D1E9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862888" y="0"/>
            <a:ext cx="4329111" cy="6858000"/>
          </a:xfrm>
          <a:noFill/>
        </p:spPr>
        <p:txBody>
          <a:bodyPr lIns="720000" rIns="720000" bIns="2880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  <p:sp>
        <p:nvSpPr>
          <p:cNvPr id="9" name="Platshållare för text 10">
            <a:extLst>
              <a:ext uri="{FF2B5EF4-FFF2-40B4-BE49-F238E27FC236}">
                <a16:creationId xmlns:a16="http://schemas.microsoft.com/office/drawing/2014/main" id="{0AB5570A-6A93-B6E6-1050-2F6F2BF282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593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(bei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633590"/>
            <a:ext cx="6514193" cy="685622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sv-SE"/>
              <a:t>Lägg till agendarubrik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3EC13943-6288-4B2A-AED5-FBBBAF1F0CA2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A6ED55C8-266F-B663-C78A-7EDE055D1E9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862888" y="0"/>
            <a:ext cx="4329111" cy="6858000"/>
          </a:xfrm>
          <a:noFill/>
        </p:spPr>
        <p:txBody>
          <a:bodyPr lIns="720000" rIns="720000" bIns="2880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  <p:sp>
        <p:nvSpPr>
          <p:cNvPr id="8" name="Platshållare för text 10">
            <a:extLst>
              <a:ext uri="{FF2B5EF4-FFF2-40B4-BE49-F238E27FC236}">
                <a16:creationId xmlns:a16="http://schemas.microsoft.com/office/drawing/2014/main" id="{C1BA3277-FD3A-FD34-331C-E70C50C494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9" name="Platshållare för text 6">
            <a:extLst>
              <a:ext uri="{FF2B5EF4-FFF2-40B4-BE49-F238E27FC236}">
                <a16:creationId xmlns:a16="http://schemas.microsoft.com/office/drawing/2014/main" id="{D9F9BEC5-D92B-66A0-2560-CC64C7118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1860550"/>
            <a:ext cx="6514194" cy="4456112"/>
          </a:xfrm>
        </p:spPr>
        <p:txBody>
          <a:bodyPr/>
          <a:lstStyle>
            <a:lvl1pPr marL="468000" indent="-468000">
              <a:lnSpc>
                <a:spcPct val="95000"/>
              </a:lnSpc>
              <a:spcAft>
                <a:spcPts val="800"/>
              </a:spcAft>
              <a:buFont typeface="+mj-lt"/>
              <a:buAutoNum type="arabicPeriod"/>
              <a:defRPr sz="2600">
                <a:solidFill>
                  <a:schemeClr val="tx1"/>
                </a:solidFill>
              </a:defRPr>
            </a:lvl1pPr>
            <a:lvl2pPr marL="648000" indent="-216000">
              <a:lnSpc>
                <a:spcPct val="95000"/>
              </a:lnSpc>
              <a:defRPr sz="2000">
                <a:solidFill>
                  <a:schemeClr val="tx1"/>
                </a:solidFill>
              </a:defRPr>
            </a:lvl2pPr>
            <a:lvl3pPr marL="828000" indent="-216000">
              <a:lnSpc>
                <a:spcPct val="95000"/>
              </a:lnSpc>
              <a:defRPr sz="1800">
                <a:solidFill>
                  <a:schemeClr val="tx1"/>
                </a:solidFill>
              </a:defRPr>
            </a:lvl3pPr>
            <a:lvl4pPr marL="1008000" indent="-180000">
              <a:lnSpc>
                <a:spcPct val="95000"/>
              </a:lnSpc>
              <a:defRPr sz="1600">
                <a:solidFill>
                  <a:schemeClr val="tx1"/>
                </a:solidFill>
              </a:defRPr>
            </a:lvl4pPr>
            <a:lvl5pPr marL="1188000" indent="-180000">
              <a:lnSpc>
                <a:spcPct val="95000"/>
              </a:lnSpc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296727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nittsrubrik (grön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599" y="1608139"/>
            <a:ext cx="6469063" cy="2354261"/>
          </a:xfrm>
        </p:spPr>
        <p:txBody>
          <a:bodyPr anchor="b"/>
          <a:lstStyle>
            <a:lvl1pPr>
              <a:defRPr sz="540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749" y="6858000"/>
            <a:ext cx="3535363" cy="0"/>
          </a:xfrm>
        </p:spPr>
        <p:txBody>
          <a:bodyPr/>
          <a:lstStyle>
            <a:lvl1pPr algn="l">
              <a:defRPr sz="1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8F25F780-E4AA-4DB3-9C5F-DC26BB01F2AD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99292D30-221B-A959-86B9-E0A03786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1599" y="4214813"/>
            <a:ext cx="4575176" cy="925512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2"/>
                </a:solidFill>
              </a:defRPr>
            </a:lvl1pPr>
            <a:lvl2pPr marL="176213" indent="0">
              <a:buNone/>
              <a:defRPr/>
            </a:lvl2pPr>
            <a:lvl3pPr marL="360362" indent="0">
              <a:buNone/>
              <a:defRPr/>
            </a:lvl3pPr>
            <a:lvl4pPr marL="536575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Frihandsfigur: Form 5">
            <a:extLst>
              <a:ext uri="{FF2B5EF4-FFF2-40B4-BE49-F238E27FC236}">
                <a16:creationId xmlns:a16="http://schemas.microsoft.com/office/drawing/2014/main" id="{0E5F0196-AF1B-3416-C628-8D015FA103D2}"/>
              </a:ext>
            </a:extLst>
          </p:cNvPr>
          <p:cNvSpPr/>
          <p:nvPr userDrawn="1"/>
        </p:nvSpPr>
        <p:spPr>
          <a:xfrm>
            <a:off x="11453811" y="366232"/>
            <a:ext cx="356134" cy="316393"/>
          </a:xfrm>
          <a:custGeom>
            <a:avLst/>
            <a:gdLst>
              <a:gd name="connsiteX0" fmla="*/ 290074 w 519902"/>
              <a:gd name="connsiteY0" fmla="*/ 89254 h 461887"/>
              <a:gd name="connsiteX1" fmla="*/ 290074 w 519902"/>
              <a:gd name="connsiteY1" fmla="*/ 214209 h 461887"/>
              <a:gd name="connsiteX2" fmla="*/ 321312 w 519902"/>
              <a:gd name="connsiteY2" fmla="*/ 214209 h 461887"/>
              <a:gd name="connsiteX3" fmla="*/ 397178 w 519902"/>
              <a:gd name="connsiteY3" fmla="*/ 151731 h 461887"/>
              <a:gd name="connsiteX4" fmla="*/ 321312 w 519902"/>
              <a:gd name="connsiteY4" fmla="*/ 89254 h 461887"/>
              <a:gd name="connsiteX5" fmla="*/ 167350 w 519902"/>
              <a:gd name="connsiteY5" fmla="*/ 0 h 461887"/>
              <a:gd name="connsiteX6" fmla="*/ 312387 w 519902"/>
              <a:gd name="connsiteY6" fmla="*/ 0 h 461887"/>
              <a:gd name="connsiteX7" fmla="*/ 519902 w 519902"/>
              <a:gd name="connsiteY7" fmla="*/ 151731 h 461887"/>
              <a:gd name="connsiteX8" fmla="*/ 336932 w 519902"/>
              <a:gd name="connsiteY8" fmla="*/ 301231 h 461887"/>
              <a:gd name="connsiteX9" fmla="*/ 290074 w 519902"/>
              <a:gd name="connsiteY9" fmla="*/ 301231 h 461887"/>
              <a:gd name="connsiteX10" fmla="*/ 290074 w 519902"/>
              <a:gd name="connsiteY10" fmla="*/ 461887 h 461887"/>
              <a:gd name="connsiteX11" fmla="*/ 167350 w 519902"/>
              <a:gd name="connsiteY11" fmla="*/ 461887 h 461887"/>
              <a:gd name="connsiteX12" fmla="*/ 0 w 519902"/>
              <a:gd name="connsiteY12" fmla="*/ 0 h 461887"/>
              <a:gd name="connsiteX13" fmla="*/ 122724 w 519902"/>
              <a:gd name="connsiteY13" fmla="*/ 0 h 461887"/>
              <a:gd name="connsiteX14" fmla="*/ 122724 w 519902"/>
              <a:gd name="connsiteY14" fmla="*/ 461887 h 461887"/>
              <a:gd name="connsiteX15" fmla="*/ 0 w 519902"/>
              <a:gd name="connsiteY15" fmla="*/ 461887 h 461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9902" h="461887">
                <a:moveTo>
                  <a:pt x="290074" y="89254"/>
                </a:moveTo>
                <a:lnTo>
                  <a:pt x="290074" y="214209"/>
                </a:lnTo>
                <a:lnTo>
                  <a:pt x="321312" y="214209"/>
                </a:lnTo>
                <a:cubicBezTo>
                  <a:pt x="363708" y="214209"/>
                  <a:pt x="397178" y="198589"/>
                  <a:pt x="397178" y="151731"/>
                </a:cubicBezTo>
                <a:cubicBezTo>
                  <a:pt x="397178" y="104873"/>
                  <a:pt x="363708" y="89254"/>
                  <a:pt x="321312" y="89254"/>
                </a:cubicBezTo>
                <a:close/>
                <a:moveTo>
                  <a:pt x="167350" y="0"/>
                </a:moveTo>
                <a:lnTo>
                  <a:pt x="312387" y="0"/>
                </a:lnTo>
                <a:cubicBezTo>
                  <a:pt x="452961" y="0"/>
                  <a:pt x="519902" y="58015"/>
                  <a:pt x="519902" y="151731"/>
                </a:cubicBezTo>
                <a:cubicBezTo>
                  <a:pt x="519902" y="245447"/>
                  <a:pt x="452961" y="301231"/>
                  <a:pt x="336932" y="301231"/>
                </a:cubicBezTo>
                <a:lnTo>
                  <a:pt x="290074" y="301231"/>
                </a:lnTo>
                <a:lnTo>
                  <a:pt x="290074" y="461887"/>
                </a:lnTo>
                <a:lnTo>
                  <a:pt x="167350" y="461887"/>
                </a:lnTo>
                <a:close/>
                <a:moveTo>
                  <a:pt x="0" y="0"/>
                </a:moveTo>
                <a:lnTo>
                  <a:pt x="122724" y="0"/>
                </a:lnTo>
                <a:lnTo>
                  <a:pt x="122724" y="461887"/>
                </a:lnTo>
                <a:lnTo>
                  <a:pt x="0" y="46188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10" name="Platshållare för bild 2">
            <a:extLst>
              <a:ext uri="{FF2B5EF4-FFF2-40B4-BE49-F238E27FC236}">
                <a16:creationId xmlns:a16="http://schemas.microsoft.com/office/drawing/2014/main" id="{D25E507D-ED05-8909-C96D-CC256C25E464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587" y="0"/>
            <a:ext cx="4329111" cy="6858000"/>
          </a:xfrm>
          <a:noFill/>
        </p:spPr>
        <p:txBody>
          <a:bodyPr lIns="720000" rIns="720000" bIns="2880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</p:spTree>
    <p:extLst>
      <p:ext uri="{BB962C8B-B14F-4D97-AF65-F5344CB8AC3E}">
        <p14:creationId xmlns:p14="http://schemas.microsoft.com/office/powerpoint/2010/main" val="1713727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rubrik (bei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599" y="1608138"/>
            <a:ext cx="6469063" cy="235426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9749" y="6858000"/>
            <a:ext cx="3535363" cy="0"/>
          </a:xfrm>
        </p:spPr>
        <p:txBody>
          <a:bodyPr/>
          <a:lstStyle>
            <a:lvl1pPr algn="l"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2C95FF5D-FBCC-409E-AB5E-53B32E82B57D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99292D30-221B-A959-86B9-E0A037865E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1599" y="4214813"/>
            <a:ext cx="4575176" cy="925512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  <a:lvl3pPr marL="360362" indent="0">
              <a:buNone/>
              <a:defRPr/>
            </a:lvl3pPr>
            <a:lvl4pPr marL="536575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8" name="Platshållare för bild 2">
            <a:extLst>
              <a:ext uri="{FF2B5EF4-FFF2-40B4-BE49-F238E27FC236}">
                <a16:creationId xmlns:a16="http://schemas.microsoft.com/office/drawing/2014/main" id="{0A08923D-8B4B-33ED-852D-163BF64E4C73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587" y="0"/>
            <a:ext cx="4329111" cy="6858000"/>
          </a:xfrm>
          <a:noFill/>
        </p:spPr>
        <p:txBody>
          <a:bodyPr lIns="720000" rIns="720000" bIns="2880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</p:spTree>
    <p:extLst>
      <p:ext uri="{BB962C8B-B14F-4D97-AF65-F5344CB8AC3E}">
        <p14:creationId xmlns:p14="http://schemas.microsoft.com/office/powerpoint/2010/main" val="285149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&amp; innehåll (v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3ABEC-63FE-4024-AA2B-6DEDBF84321F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5451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ubrik &amp; text (grön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8B196C-73FC-4755-82D2-F4CE821D1370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Frihandsfigur: Form 6">
            <a:extLst>
              <a:ext uri="{FF2B5EF4-FFF2-40B4-BE49-F238E27FC236}">
                <a16:creationId xmlns:a16="http://schemas.microsoft.com/office/drawing/2014/main" id="{99F44FD1-7F28-8974-8B14-13772B27E2BC}"/>
              </a:ext>
            </a:extLst>
          </p:cNvPr>
          <p:cNvSpPr/>
          <p:nvPr userDrawn="1"/>
        </p:nvSpPr>
        <p:spPr>
          <a:xfrm>
            <a:off x="11453811" y="366232"/>
            <a:ext cx="356134" cy="316393"/>
          </a:xfrm>
          <a:custGeom>
            <a:avLst/>
            <a:gdLst>
              <a:gd name="connsiteX0" fmla="*/ 290074 w 519902"/>
              <a:gd name="connsiteY0" fmla="*/ 89254 h 461887"/>
              <a:gd name="connsiteX1" fmla="*/ 290074 w 519902"/>
              <a:gd name="connsiteY1" fmla="*/ 214209 h 461887"/>
              <a:gd name="connsiteX2" fmla="*/ 321312 w 519902"/>
              <a:gd name="connsiteY2" fmla="*/ 214209 h 461887"/>
              <a:gd name="connsiteX3" fmla="*/ 397178 w 519902"/>
              <a:gd name="connsiteY3" fmla="*/ 151731 h 461887"/>
              <a:gd name="connsiteX4" fmla="*/ 321312 w 519902"/>
              <a:gd name="connsiteY4" fmla="*/ 89254 h 461887"/>
              <a:gd name="connsiteX5" fmla="*/ 167350 w 519902"/>
              <a:gd name="connsiteY5" fmla="*/ 0 h 461887"/>
              <a:gd name="connsiteX6" fmla="*/ 312387 w 519902"/>
              <a:gd name="connsiteY6" fmla="*/ 0 h 461887"/>
              <a:gd name="connsiteX7" fmla="*/ 519902 w 519902"/>
              <a:gd name="connsiteY7" fmla="*/ 151731 h 461887"/>
              <a:gd name="connsiteX8" fmla="*/ 336932 w 519902"/>
              <a:gd name="connsiteY8" fmla="*/ 301231 h 461887"/>
              <a:gd name="connsiteX9" fmla="*/ 290074 w 519902"/>
              <a:gd name="connsiteY9" fmla="*/ 301231 h 461887"/>
              <a:gd name="connsiteX10" fmla="*/ 290074 w 519902"/>
              <a:gd name="connsiteY10" fmla="*/ 461887 h 461887"/>
              <a:gd name="connsiteX11" fmla="*/ 167350 w 519902"/>
              <a:gd name="connsiteY11" fmla="*/ 461887 h 461887"/>
              <a:gd name="connsiteX12" fmla="*/ 0 w 519902"/>
              <a:gd name="connsiteY12" fmla="*/ 0 h 461887"/>
              <a:gd name="connsiteX13" fmla="*/ 122724 w 519902"/>
              <a:gd name="connsiteY13" fmla="*/ 0 h 461887"/>
              <a:gd name="connsiteX14" fmla="*/ 122724 w 519902"/>
              <a:gd name="connsiteY14" fmla="*/ 461887 h 461887"/>
              <a:gd name="connsiteX15" fmla="*/ 0 w 519902"/>
              <a:gd name="connsiteY15" fmla="*/ 461887 h 461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9902" h="461887">
                <a:moveTo>
                  <a:pt x="290074" y="89254"/>
                </a:moveTo>
                <a:lnTo>
                  <a:pt x="290074" y="214209"/>
                </a:lnTo>
                <a:lnTo>
                  <a:pt x="321312" y="214209"/>
                </a:lnTo>
                <a:cubicBezTo>
                  <a:pt x="363708" y="214209"/>
                  <a:pt x="397178" y="198589"/>
                  <a:pt x="397178" y="151731"/>
                </a:cubicBezTo>
                <a:cubicBezTo>
                  <a:pt x="397178" y="104873"/>
                  <a:pt x="363708" y="89254"/>
                  <a:pt x="321312" y="89254"/>
                </a:cubicBezTo>
                <a:close/>
                <a:moveTo>
                  <a:pt x="167350" y="0"/>
                </a:moveTo>
                <a:lnTo>
                  <a:pt x="312387" y="0"/>
                </a:lnTo>
                <a:cubicBezTo>
                  <a:pt x="452961" y="0"/>
                  <a:pt x="519902" y="58015"/>
                  <a:pt x="519902" y="151731"/>
                </a:cubicBezTo>
                <a:cubicBezTo>
                  <a:pt x="519902" y="245447"/>
                  <a:pt x="452961" y="301231"/>
                  <a:pt x="336932" y="301231"/>
                </a:cubicBezTo>
                <a:lnTo>
                  <a:pt x="290074" y="301231"/>
                </a:lnTo>
                <a:lnTo>
                  <a:pt x="290074" y="461887"/>
                </a:lnTo>
                <a:lnTo>
                  <a:pt x="167350" y="461887"/>
                </a:lnTo>
                <a:close/>
                <a:moveTo>
                  <a:pt x="0" y="0"/>
                </a:moveTo>
                <a:lnTo>
                  <a:pt x="122724" y="0"/>
                </a:lnTo>
                <a:lnTo>
                  <a:pt x="122724" y="461887"/>
                </a:lnTo>
                <a:lnTo>
                  <a:pt x="0" y="461887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14" name="Frihandsfigur: Form 13">
            <a:extLst>
              <a:ext uri="{FF2B5EF4-FFF2-40B4-BE49-F238E27FC236}">
                <a16:creationId xmlns:a16="http://schemas.microsoft.com/office/drawing/2014/main" id="{B0AF59ED-312B-BC79-106F-A33834548F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1860549"/>
            <a:ext cx="11110913" cy="4456113"/>
          </a:xfrm>
          <a:custGeom>
            <a:avLst/>
            <a:gdLst>
              <a:gd name="connsiteX0" fmla="*/ 0 w 11110913"/>
              <a:gd name="connsiteY0" fmla="*/ 0 h 4456113"/>
              <a:gd name="connsiteX1" fmla="*/ 11110913 w 11110913"/>
              <a:gd name="connsiteY1" fmla="*/ 0 h 4456113"/>
              <a:gd name="connsiteX2" fmla="*/ 11110913 w 11110913"/>
              <a:gd name="connsiteY2" fmla="*/ 4456113 h 4456113"/>
              <a:gd name="connsiteX3" fmla="*/ 0 w 11110913"/>
              <a:gd name="connsiteY3" fmla="*/ 4456113 h 445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10913" h="4456113">
                <a:moveTo>
                  <a:pt x="0" y="0"/>
                </a:moveTo>
                <a:lnTo>
                  <a:pt x="11110913" y="0"/>
                </a:lnTo>
                <a:lnTo>
                  <a:pt x="11110913" y="4456113"/>
                </a:lnTo>
                <a:lnTo>
                  <a:pt x="0" y="44561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519191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 &amp; text (bei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A03E6-3378-424B-AFA1-4CEE5ABDF844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9" name="Frihandsfigur: Form 8">
            <a:extLst>
              <a:ext uri="{FF2B5EF4-FFF2-40B4-BE49-F238E27FC236}">
                <a16:creationId xmlns:a16="http://schemas.microsoft.com/office/drawing/2014/main" id="{FC374EDC-BDE3-810E-0FF3-577A02462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0" y="1860549"/>
            <a:ext cx="11110913" cy="4456113"/>
          </a:xfrm>
          <a:custGeom>
            <a:avLst/>
            <a:gdLst>
              <a:gd name="connsiteX0" fmla="*/ 0 w 11110913"/>
              <a:gd name="connsiteY0" fmla="*/ 0 h 4456113"/>
              <a:gd name="connsiteX1" fmla="*/ 11110913 w 11110913"/>
              <a:gd name="connsiteY1" fmla="*/ 0 h 4456113"/>
              <a:gd name="connsiteX2" fmla="*/ 11110913 w 11110913"/>
              <a:gd name="connsiteY2" fmla="*/ 4456113 h 4456113"/>
              <a:gd name="connsiteX3" fmla="*/ 0 w 11110913"/>
              <a:gd name="connsiteY3" fmla="*/ 4456113 h 4456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10913" h="4456113">
                <a:moveTo>
                  <a:pt x="0" y="0"/>
                </a:moveTo>
                <a:lnTo>
                  <a:pt x="11110913" y="0"/>
                </a:lnTo>
                <a:lnTo>
                  <a:pt x="11110913" y="4456113"/>
                </a:lnTo>
                <a:lnTo>
                  <a:pt x="0" y="44561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377179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derrubrik &amp;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2028825"/>
            <a:ext cx="11110913" cy="428783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683-535E-4621-A1F3-771B3060B35F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7149926-74BE-8F1A-9B49-183C1390E8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571628"/>
            <a:ext cx="10280650" cy="288922"/>
          </a:xfrm>
        </p:spPr>
        <p:txBody>
          <a:bodyPr/>
          <a:lstStyle>
            <a:lvl1pPr marL="0" indent="0">
              <a:buNone/>
              <a:defRPr sz="20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infoga underrubrik</a:t>
            </a:r>
          </a:p>
        </p:txBody>
      </p:sp>
      <p:sp>
        <p:nvSpPr>
          <p:cNvPr id="7" name="Rubrik 6">
            <a:extLst>
              <a:ext uri="{FF2B5EF4-FFF2-40B4-BE49-F238E27FC236}">
                <a16:creationId xmlns:a16="http://schemas.microsoft.com/office/drawing/2014/main" id="{C34E0B61-8243-6994-E5D4-831ECA89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0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394900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kgrundsbild &amp;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23BBB0BB-1FBF-7CD8-EAB1-6BC35D4485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500">
              <a:cs typeface="Arial" panose="020B0604020202020204" pitchFamily="34" charset="0"/>
            </a:endParaRP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9BF735E0-545E-4AC0-8AB1-8FD07B9D9010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10">
            <a:extLst>
              <a:ext uri="{FF2B5EF4-FFF2-40B4-BE49-F238E27FC236}">
                <a16:creationId xmlns:a16="http://schemas.microsoft.com/office/drawing/2014/main" id="{182524D3-959C-907A-5685-E106DF01C5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6B1A7D1-AB0A-FDF3-AC62-120D8A53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82625"/>
            <a:ext cx="7323137" cy="5634037"/>
          </a:xfrm>
        </p:spPr>
        <p:txBody>
          <a:bodyPr anchor="ctr"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1230CB92-6684-DC5F-8B99-84AA4B6BADA4}"/>
              </a:ext>
            </a:extLst>
          </p:cNvPr>
          <p:cNvSpPr/>
          <p:nvPr userDrawn="1"/>
        </p:nvSpPr>
        <p:spPr>
          <a:xfrm>
            <a:off x="0" y="-469900"/>
            <a:ext cx="5740400" cy="425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sv-SE" sz="1100" b="1">
                <a:cs typeface="Arial" panose="020B0604020202020204" pitchFamily="34" charset="0"/>
              </a:rPr>
              <a:t>Instruktion för att infoga bakgrundsbild: </a:t>
            </a:r>
            <a:r>
              <a:rPr lang="sv-SE" sz="1100" b="0">
                <a:cs typeface="Arial" panose="020B0604020202020204" pitchFamily="34" charset="0"/>
              </a:rPr>
              <a:t>Högerklicka på sidan och välj ”Formatera Bakgrund”. I panelen till höger klicka på ”Bild eller strukturfyllning” och välj sedan ”Infoga”.</a:t>
            </a:r>
          </a:p>
        </p:txBody>
      </p:sp>
    </p:spTree>
    <p:extLst>
      <p:ext uri="{BB962C8B-B14F-4D97-AF65-F5344CB8AC3E}">
        <p14:creationId xmlns:p14="http://schemas.microsoft.com/office/powerpoint/2010/main" val="2784196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27E8E1-C8D9-4B0C-9F54-7001360B6DB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223000" y="0"/>
            <a:ext cx="5968999" cy="6858000"/>
          </a:xfrm>
          <a:solidFill>
            <a:schemeClr val="bg2"/>
          </a:solidFill>
        </p:spPr>
        <p:txBody>
          <a:bodyPr lIns="720000" tIns="0" rIns="720000" bIns="2916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5274B3-FC50-4805-83A6-333B89BE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8B1C-90A9-4B80-AC29-080CF282E310}" type="datetime1">
              <a:rPr lang="sv-SE" smtClean="0"/>
              <a:t>2025-08-25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8BBB9DA-077E-4748-B71A-39B1A66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5C5AB0-F210-4270-9F00-E64EE6E2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4A68F7D3-7159-879B-6B0E-0B2BCC2BFD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1860550"/>
            <a:ext cx="5193392" cy="445611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Rubrik 3">
            <a:extLst>
              <a:ext uri="{FF2B5EF4-FFF2-40B4-BE49-F238E27FC236}">
                <a16:creationId xmlns:a16="http://schemas.microsoft.com/office/drawing/2014/main" id="{7D297ED8-1AD4-DC29-6E51-2EAD02F2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1" y="633590"/>
            <a:ext cx="5193392" cy="97454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65359262-3D8F-0747-4E53-09404548E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1676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&amp;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3827E8E1-C8D9-4B0C-9F54-7001360B6DB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7862888" y="0"/>
            <a:ext cx="4329111" cy="6858000"/>
          </a:xfrm>
          <a:solidFill>
            <a:schemeClr val="bg2"/>
          </a:solidFill>
        </p:spPr>
        <p:txBody>
          <a:bodyPr lIns="720000" rIns="720000" bIns="2880000" anchor="ctr"/>
          <a:lstStyle>
            <a:lvl1pPr marL="0" indent="0" algn="ctr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C5274B3-FC50-4805-83A6-333B89BE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1D541-D0D8-440A-B995-7F817D6D8D6A}" type="datetime1">
              <a:rPr lang="sv-SE" smtClean="0"/>
              <a:t>2025-08-25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8BBB9DA-077E-4748-B71A-39B1A667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C5C5AB0-F210-4270-9F00-E64EE6E2C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4A68F7D3-7159-879B-6B0E-0B2BCC2BFD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751" y="1860549"/>
            <a:ext cx="6503076" cy="445611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8C267A2-E7F5-1FF5-100F-263585E85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1" y="633590"/>
            <a:ext cx="6503076" cy="974548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text 10">
            <a:extLst>
              <a:ext uri="{FF2B5EF4-FFF2-40B4-BE49-F238E27FC236}">
                <a16:creationId xmlns:a16="http://schemas.microsoft.com/office/drawing/2014/main" id="{17E526AE-20BE-20D2-A5E7-1A3FEFC0D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9029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0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17" y="2028826"/>
            <a:ext cx="5430838" cy="428783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1F192-FB5B-4412-821C-F5368E27214F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21413" y="2028826"/>
            <a:ext cx="5430838" cy="42878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CE25B8E2-356A-ACE3-2B7C-31330E8C7E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9750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2" name="Platshållare för text 7">
            <a:extLst>
              <a:ext uri="{FF2B5EF4-FFF2-40B4-BE49-F238E27FC236}">
                <a16:creationId xmlns:a16="http://schemas.microsoft.com/office/drawing/2014/main" id="{7DD70C6B-4F70-1D49-7106-05D9719247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22207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820316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1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2028826"/>
            <a:ext cx="3535363" cy="42878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3E20-035E-4141-BF91-3A83F80B8BFB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27526" y="2028825"/>
            <a:ext cx="3535363" cy="42878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4BE6BA3C-39B0-A902-146C-3C3362FEF3B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13712" y="2028825"/>
            <a:ext cx="3535363" cy="42878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07B3C33-ABCC-718C-E2E5-2CF5C7950D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9750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Platshållare för text 7">
            <a:extLst>
              <a:ext uri="{FF2B5EF4-FFF2-40B4-BE49-F238E27FC236}">
                <a16:creationId xmlns:a16="http://schemas.microsoft.com/office/drawing/2014/main" id="{AB058312-AC38-8F98-5C25-464B3AB9D2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27525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201590C2-C865-6FD5-A07A-621322D3DA5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15300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189020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yra kolum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1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2028826"/>
            <a:ext cx="2588400" cy="428783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87A0-4CB7-4F45-A44D-56F534696ED6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79012" y="2028825"/>
            <a:ext cx="2588400" cy="428783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4BE6BA3C-39B0-A902-146C-3C3362FEF3B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18273" y="2028825"/>
            <a:ext cx="2588400" cy="428783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B16D233F-0D75-1517-D88F-DDFDB28F0A1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055946" y="2028825"/>
            <a:ext cx="2588400" cy="428783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BB110588-4764-9980-20C6-9FD3246605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9751" y="1585913"/>
            <a:ext cx="258840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Platshållare för text 7">
            <a:extLst>
              <a:ext uri="{FF2B5EF4-FFF2-40B4-BE49-F238E27FC236}">
                <a16:creationId xmlns:a16="http://schemas.microsoft.com/office/drawing/2014/main" id="{10D7F841-3D56-9B78-59D2-ABE9EEA32A2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80600" y="1585913"/>
            <a:ext cx="258840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B3E778EF-5767-B355-5760-AB1A77ACAB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8273" y="1585913"/>
            <a:ext cx="258840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944E32AA-6A74-6398-CD63-78F27F1DBCA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55946" y="1585913"/>
            <a:ext cx="258840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318227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yra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1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2028826"/>
            <a:ext cx="5429250" cy="18288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B6B73-AE01-4BDA-BCC9-A139F3B5BC3B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751" y="4488167"/>
            <a:ext cx="5429250" cy="18288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700FB7F6-CBF0-592F-CF5D-40D15D92CB5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23000" y="2028826"/>
            <a:ext cx="5427663" cy="18288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CA49EDC8-8091-6C8F-9B51-4A3C14A2193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23000" y="4488167"/>
            <a:ext cx="5429250" cy="18288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45D270FC-6A4F-BC68-6329-B5E6B6D8CE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9750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9" name="Platshållare för text 7">
            <a:extLst>
              <a:ext uri="{FF2B5EF4-FFF2-40B4-BE49-F238E27FC236}">
                <a16:creationId xmlns:a16="http://schemas.microsoft.com/office/drawing/2014/main" id="{548A05EC-426B-0C35-C89F-D75B82D9D1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23000" y="1585913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EB1B0BC4-CBE7-67F2-4E7B-15E70C3C816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9750" y="4058446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3" name="Platshållare för text 7">
            <a:extLst>
              <a:ext uri="{FF2B5EF4-FFF2-40B4-BE49-F238E27FC236}">
                <a16:creationId xmlns:a16="http://schemas.microsoft.com/office/drawing/2014/main" id="{E21D072F-796E-4CC6-2130-4EBAE55C78B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23000" y="4058446"/>
            <a:ext cx="5429250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060981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x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C9155AE7-F421-C2F4-C2E7-BBD45C0EEB9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39750" y="4061421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7" name="Platshållare för text 7">
            <a:extLst>
              <a:ext uri="{FF2B5EF4-FFF2-40B4-BE49-F238E27FC236}">
                <a16:creationId xmlns:a16="http://schemas.microsoft.com/office/drawing/2014/main" id="{217903D1-62F9-79DA-4B6D-E226E016B79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7525" y="4061421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8" name="Platshållare för text 7">
            <a:extLst>
              <a:ext uri="{FF2B5EF4-FFF2-40B4-BE49-F238E27FC236}">
                <a16:creationId xmlns:a16="http://schemas.microsoft.com/office/drawing/2014/main" id="{D160DE73-E670-E9A4-A0DA-FBBD41355A0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15300" y="4061421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1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2028826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612D8-7FAC-4EB3-AAA4-FE94FC55B424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39751" y="4488168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700FB7F6-CBF0-592F-CF5D-40D15D92CB5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27524" y="2028826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CA49EDC8-8091-6C8F-9B51-4A3C14A2193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327523" y="4488168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4" name="Platshållare för innehåll 2">
            <a:extLst>
              <a:ext uri="{FF2B5EF4-FFF2-40B4-BE49-F238E27FC236}">
                <a16:creationId xmlns:a16="http://schemas.microsoft.com/office/drawing/2014/main" id="{32EE5C19-62A0-E464-98D3-D4525DE2C87E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15464" y="2028826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6" name="Platshållare för innehåll 2">
            <a:extLst>
              <a:ext uri="{FF2B5EF4-FFF2-40B4-BE49-F238E27FC236}">
                <a16:creationId xmlns:a16="http://schemas.microsoft.com/office/drawing/2014/main" id="{B0314B28-A8E2-D19F-FB9A-EF070A311EF6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8115463" y="4488168"/>
            <a:ext cx="3535200" cy="182849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9" name="Platshållare för text 7">
            <a:extLst>
              <a:ext uri="{FF2B5EF4-FFF2-40B4-BE49-F238E27FC236}">
                <a16:creationId xmlns:a16="http://schemas.microsoft.com/office/drawing/2014/main" id="{99B045B2-DA4C-87A8-74F0-CFA4C47265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9750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1" name="Platshållare för text 7">
            <a:extLst>
              <a:ext uri="{FF2B5EF4-FFF2-40B4-BE49-F238E27FC236}">
                <a16:creationId xmlns:a16="http://schemas.microsoft.com/office/drawing/2014/main" id="{610EEB07-8EE0-E958-DF95-24311F35CB9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27525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13" name="Platshållare för text 7">
            <a:extLst>
              <a:ext uri="{FF2B5EF4-FFF2-40B4-BE49-F238E27FC236}">
                <a16:creationId xmlns:a16="http://schemas.microsoft.com/office/drawing/2014/main" id="{66D02414-D89B-F7F5-E1D3-3934725838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15300" y="1585913"/>
            <a:ext cx="3535363" cy="274637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41375085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vå innehåll (70/3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25631-0701-40C3-A2E5-991715C62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1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DD60AF-FC73-41DA-8ECD-F5290F6D9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1" y="2105025"/>
            <a:ext cx="7323138" cy="421163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976B228-402E-404C-A134-9A6A7E7B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76099-9BFD-475E-A347-C26A8176793A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094C615-7E13-4A8A-90D6-32013DC87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9C085466-4788-495F-AA4A-84286645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7149926-74BE-8F1A-9B49-183C1390E8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573723"/>
            <a:ext cx="7323138" cy="299242"/>
          </a:xfrm>
          <a:prstGeom prst="callout1">
            <a:avLst>
              <a:gd name="adj1" fmla="val 100951"/>
              <a:gd name="adj2" fmla="val 100031"/>
              <a:gd name="adj3" fmla="val 100293"/>
              <a:gd name="adj4" fmla="val 32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pPr lvl="0"/>
            <a:r>
              <a:rPr lang="sv-SE"/>
              <a:t>Klicka här för att infoga underrubrik</a:t>
            </a:r>
          </a:p>
        </p:txBody>
      </p:sp>
      <p:sp>
        <p:nvSpPr>
          <p:cNvPr id="7" name="Platshållare för innehåll 2">
            <a:extLst>
              <a:ext uri="{FF2B5EF4-FFF2-40B4-BE49-F238E27FC236}">
                <a16:creationId xmlns:a16="http://schemas.microsoft.com/office/drawing/2014/main" id="{0DF0C10C-F6BB-2EBB-68A7-E6BA2FC217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15300" y="2105025"/>
            <a:ext cx="3535363" cy="421163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9" name="Platshållare för text 7">
            <a:extLst>
              <a:ext uri="{FF2B5EF4-FFF2-40B4-BE49-F238E27FC236}">
                <a16:creationId xmlns:a16="http://schemas.microsoft.com/office/drawing/2014/main" id="{777B0830-DE0D-E1DF-4760-E2F9203B53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15300" y="1573723"/>
            <a:ext cx="3535363" cy="299242"/>
          </a:xfrm>
          <a:prstGeom prst="callout1">
            <a:avLst>
              <a:gd name="adj1" fmla="val 100236"/>
              <a:gd name="adj2" fmla="val 100082"/>
              <a:gd name="adj3" fmla="val 100404"/>
              <a:gd name="adj4" fmla="val -196"/>
            </a:avLst>
          </a:prstGeom>
          <a:ln w="12700">
            <a:solidFill>
              <a:schemeClr val="bg1">
                <a:lumMod val="85000"/>
              </a:schemeClr>
            </a:solidFill>
          </a:ln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sv-SE" sz="2000" b="1" dirty="0">
                <a:latin typeface="+mn-lt"/>
              </a:defRPr>
            </a:lvl1pPr>
          </a:lstStyle>
          <a:p>
            <a:pPr marL="176213" lvl="0" indent="-176213"/>
            <a:r>
              <a:rPr lang="sv-SE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054683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yra rutor (bild &amp; text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F1EEDE4D-963D-BD62-8100-05841199D165}"/>
              </a:ext>
            </a:extLst>
          </p:cNvPr>
          <p:cNvSpPr/>
          <p:nvPr userDrawn="1"/>
        </p:nvSpPr>
        <p:spPr>
          <a:xfrm>
            <a:off x="6096000" y="0"/>
            <a:ext cx="6096000" cy="3428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500">
              <a:cs typeface="Arial" panose="020B0604020202020204" pitchFamily="34" charset="0"/>
            </a:endParaRP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105D1DD0-EF86-48CC-A93D-178934895396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8EA0808F-BF9A-C75D-7F34-114CDFF850E1}"/>
              </a:ext>
            </a:extLst>
          </p:cNvPr>
          <p:cNvSpPr/>
          <p:nvPr userDrawn="1"/>
        </p:nvSpPr>
        <p:spPr>
          <a:xfrm>
            <a:off x="0" y="3429002"/>
            <a:ext cx="6096000" cy="34289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500">
              <a:cs typeface="Arial" panose="020B0604020202020204" pitchFamily="34" charset="0"/>
            </a:endParaRPr>
          </a:p>
        </p:txBody>
      </p:sp>
      <p:sp>
        <p:nvSpPr>
          <p:cNvPr id="10" name="Platshållare för bild 9">
            <a:extLst>
              <a:ext uri="{FF2B5EF4-FFF2-40B4-BE49-F238E27FC236}">
                <a16:creationId xmlns:a16="http://schemas.microsoft.com/office/drawing/2014/main" id="{A7FE2DC8-1D60-F07D-09A3-669C86D39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3429000"/>
          </a:xfrm>
        </p:spPr>
        <p:txBody>
          <a:bodyPr lIns="180000" tIns="180000"/>
          <a:lstStyle>
            <a:lvl1pPr marL="0" indent="0">
              <a:buNone/>
              <a:defRPr sz="16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1" name="Platshållare för bild 9">
            <a:extLst>
              <a:ext uri="{FF2B5EF4-FFF2-40B4-BE49-F238E27FC236}">
                <a16:creationId xmlns:a16="http://schemas.microsoft.com/office/drawing/2014/main" id="{F4296AC1-06A3-8EAB-7164-9741B53CB0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1"/>
            <a:ext cx="6096000" cy="3429000"/>
          </a:xfrm>
        </p:spPr>
        <p:txBody>
          <a:bodyPr lIns="180000" tIns="180000"/>
          <a:lstStyle>
            <a:lvl1pPr marL="0" indent="0">
              <a:buNone/>
              <a:defRPr sz="16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2" name="Frihandsfigur: Form 11">
            <a:extLst>
              <a:ext uri="{FF2B5EF4-FFF2-40B4-BE49-F238E27FC236}">
                <a16:creationId xmlns:a16="http://schemas.microsoft.com/office/drawing/2014/main" id="{1D16985E-7C67-AE5E-0C32-1E2F69FB3E8C}"/>
              </a:ext>
            </a:extLst>
          </p:cNvPr>
          <p:cNvSpPr/>
          <p:nvPr userDrawn="1"/>
        </p:nvSpPr>
        <p:spPr>
          <a:xfrm>
            <a:off x="11453811" y="366232"/>
            <a:ext cx="356134" cy="316393"/>
          </a:xfrm>
          <a:custGeom>
            <a:avLst/>
            <a:gdLst>
              <a:gd name="connsiteX0" fmla="*/ 290074 w 519902"/>
              <a:gd name="connsiteY0" fmla="*/ 89254 h 461887"/>
              <a:gd name="connsiteX1" fmla="*/ 290074 w 519902"/>
              <a:gd name="connsiteY1" fmla="*/ 214209 h 461887"/>
              <a:gd name="connsiteX2" fmla="*/ 321312 w 519902"/>
              <a:gd name="connsiteY2" fmla="*/ 214209 h 461887"/>
              <a:gd name="connsiteX3" fmla="*/ 397178 w 519902"/>
              <a:gd name="connsiteY3" fmla="*/ 151731 h 461887"/>
              <a:gd name="connsiteX4" fmla="*/ 321312 w 519902"/>
              <a:gd name="connsiteY4" fmla="*/ 89254 h 461887"/>
              <a:gd name="connsiteX5" fmla="*/ 167350 w 519902"/>
              <a:gd name="connsiteY5" fmla="*/ 0 h 461887"/>
              <a:gd name="connsiteX6" fmla="*/ 312387 w 519902"/>
              <a:gd name="connsiteY6" fmla="*/ 0 h 461887"/>
              <a:gd name="connsiteX7" fmla="*/ 519902 w 519902"/>
              <a:gd name="connsiteY7" fmla="*/ 151731 h 461887"/>
              <a:gd name="connsiteX8" fmla="*/ 336932 w 519902"/>
              <a:gd name="connsiteY8" fmla="*/ 301231 h 461887"/>
              <a:gd name="connsiteX9" fmla="*/ 290074 w 519902"/>
              <a:gd name="connsiteY9" fmla="*/ 301231 h 461887"/>
              <a:gd name="connsiteX10" fmla="*/ 290074 w 519902"/>
              <a:gd name="connsiteY10" fmla="*/ 461887 h 461887"/>
              <a:gd name="connsiteX11" fmla="*/ 167350 w 519902"/>
              <a:gd name="connsiteY11" fmla="*/ 461887 h 461887"/>
              <a:gd name="connsiteX12" fmla="*/ 0 w 519902"/>
              <a:gd name="connsiteY12" fmla="*/ 0 h 461887"/>
              <a:gd name="connsiteX13" fmla="*/ 122724 w 519902"/>
              <a:gd name="connsiteY13" fmla="*/ 0 h 461887"/>
              <a:gd name="connsiteX14" fmla="*/ 122724 w 519902"/>
              <a:gd name="connsiteY14" fmla="*/ 461887 h 461887"/>
              <a:gd name="connsiteX15" fmla="*/ 0 w 519902"/>
              <a:gd name="connsiteY15" fmla="*/ 461887 h 461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9902" h="461887">
                <a:moveTo>
                  <a:pt x="290074" y="89254"/>
                </a:moveTo>
                <a:lnTo>
                  <a:pt x="290074" y="214209"/>
                </a:lnTo>
                <a:lnTo>
                  <a:pt x="321312" y="214209"/>
                </a:lnTo>
                <a:cubicBezTo>
                  <a:pt x="363708" y="214209"/>
                  <a:pt x="397178" y="198589"/>
                  <a:pt x="397178" y="151731"/>
                </a:cubicBezTo>
                <a:cubicBezTo>
                  <a:pt x="397178" y="104873"/>
                  <a:pt x="363708" y="89254"/>
                  <a:pt x="321312" y="89254"/>
                </a:cubicBezTo>
                <a:close/>
                <a:moveTo>
                  <a:pt x="167350" y="0"/>
                </a:moveTo>
                <a:lnTo>
                  <a:pt x="312387" y="0"/>
                </a:lnTo>
                <a:cubicBezTo>
                  <a:pt x="452961" y="0"/>
                  <a:pt x="519902" y="58015"/>
                  <a:pt x="519902" y="151731"/>
                </a:cubicBezTo>
                <a:cubicBezTo>
                  <a:pt x="519902" y="245447"/>
                  <a:pt x="452961" y="301231"/>
                  <a:pt x="336932" y="301231"/>
                </a:cubicBezTo>
                <a:lnTo>
                  <a:pt x="290074" y="301231"/>
                </a:lnTo>
                <a:lnTo>
                  <a:pt x="290074" y="461887"/>
                </a:lnTo>
                <a:lnTo>
                  <a:pt x="167350" y="461887"/>
                </a:lnTo>
                <a:close/>
                <a:moveTo>
                  <a:pt x="0" y="0"/>
                </a:moveTo>
                <a:lnTo>
                  <a:pt x="122724" y="0"/>
                </a:lnTo>
                <a:lnTo>
                  <a:pt x="122724" y="461887"/>
                </a:lnTo>
                <a:lnTo>
                  <a:pt x="0" y="461887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  <p:sp>
        <p:nvSpPr>
          <p:cNvPr id="16" name="Platshållare för text 15">
            <a:extLst>
              <a:ext uri="{FF2B5EF4-FFF2-40B4-BE49-F238E27FC236}">
                <a16:creationId xmlns:a16="http://schemas.microsoft.com/office/drawing/2014/main" id="{19B83B04-1A8D-6C71-C9EF-1C0E055E38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9776" y="3947886"/>
            <a:ext cx="4816474" cy="2368777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360362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3pPr>
            <a:lvl4pPr marL="536575" indent="0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4pPr>
            <a:lvl5pPr marL="719137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8" name="Platshållare för text 15">
            <a:extLst>
              <a:ext uri="{FF2B5EF4-FFF2-40B4-BE49-F238E27FC236}">
                <a16:creationId xmlns:a16="http://schemas.microsoft.com/office/drawing/2014/main" id="{E0BA2556-F248-A926-69D2-3685162D5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35750" y="682625"/>
            <a:ext cx="4818061" cy="2368777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360362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3pPr>
            <a:lvl4pPr marL="536575" indent="0">
              <a:lnSpc>
                <a:spcPct val="100000"/>
              </a:lnSpc>
              <a:buNone/>
              <a:defRPr sz="1100">
                <a:solidFill>
                  <a:schemeClr val="bg1"/>
                </a:solidFill>
              </a:defRPr>
            </a:lvl4pPr>
            <a:lvl5pPr marL="719137" indent="0">
              <a:lnSpc>
                <a:spcPct val="100000"/>
              </a:lnSpc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4112762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0"/>
            <a:ext cx="10280650" cy="49086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A76E4-A9E1-4A5C-91B9-A88FC7812882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7B504141-5934-4914-BE86-6B7BB3025F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750" y="1860550"/>
            <a:ext cx="2032000" cy="2354263"/>
          </a:xfrm>
        </p:spPr>
        <p:txBody>
          <a:bodyPr lIns="144000" tIns="144000"/>
          <a:lstStyle>
            <a:lvl1pPr marL="0" indent="0">
              <a:buNone/>
              <a:defRPr sz="14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3DB233AB-4AFA-6EA6-F45D-8540FE256A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07678" y="1860550"/>
            <a:ext cx="2032000" cy="2354263"/>
          </a:xfrm>
        </p:spPr>
        <p:txBody>
          <a:bodyPr lIns="144000" tIns="144000"/>
          <a:lstStyle>
            <a:lvl1pPr marL="0" indent="0">
              <a:buNone/>
              <a:defRPr sz="14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0" name="Platshållare för bild 6">
            <a:extLst>
              <a:ext uri="{FF2B5EF4-FFF2-40B4-BE49-F238E27FC236}">
                <a16:creationId xmlns:a16="http://schemas.microsoft.com/office/drawing/2014/main" id="{22F256AD-84EC-7F24-ADAE-C6E740E0DD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5606" y="1860550"/>
            <a:ext cx="2032000" cy="2354263"/>
          </a:xfrm>
        </p:spPr>
        <p:txBody>
          <a:bodyPr lIns="144000" tIns="144000"/>
          <a:lstStyle>
            <a:lvl1pPr marL="0" indent="0">
              <a:buNone/>
              <a:defRPr sz="14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1" name="Platshållare för bild 6">
            <a:extLst>
              <a:ext uri="{FF2B5EF4-FFF2-40B4-BE49-F238E27FC236}">
                <a16:creationId xmlns:a16="http://schemas.microsoft.com/office/drawing/2014/main" id="{149D4AF0-A9C5-C304-2FE3-E282E18120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44334" y="1860550"/>
            <a:ext cx="2032000" cy="2354263"/>
          </a:xfrm>
        </p:spPr>
        <p:txBody>
          <a:bodyPr lIns="144000" tIns="144000"/>
          <a:lstStyle>
            <a:lvl1pPr marL="0" indent="0">
              <a:buNone/>
              <a:defRPr sz="14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2" name="Platshållare för bild 6">
            <a:extLst>
              <a:ext uri="{FF2B5EF4-FFF2-40B4-BE49-F238E27FC236}">
                <a16:creationId xmlns:a16="http://schemas.microsoft.com/office/drawing/2014/main" id="{CA0BC3D1-E79E-B3B7-07AE-776C53E27B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20262" y="1860550"/>
            <a:ext cx="2032000" cy="2354263"/>
          </a:xfrm>
        </p:spPr>
        <p:txBody>
          <a:bodyPr lIns="144000" tIns="144000"/>
          <a:lstStyle>
            <a:lvl1pPr marL="0" indent="0">
              <a:buNone/>
              <a:defRPr sz="1400"/>
            </a:lvl1pPr>
          </a:lstStyle>
          <a:p>
            <a:r>
              <a:rPr lang="sv-SE"/>
              <a:t>Klicka på ikonen för att lägga till en bild</a:t>
            </a:r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9FFD46E0-859B-BB3C-C7CD-D816C26DAB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9750" y="4214814"/>
            <a:ext cx="2030400" cy="1532844"/>
          </a:xfrm>
          <a:solidFill>
            <a:schemeClr val="tx2"/>
          </a:solidFill>
        </p:spPr>
        <p:txBody>
          <a:bodyPr lIns="180000" tIns="180000" rIns="180000" bIns="180000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marL="0" indent="0" algn="ctr">
              <a:buNone/>
              <a:defRPr sz="1000">
                <a:solidFill>
                  <a:schemeClr val="bg1"/>
                </a:solidFill>
              </a:defRPr>
            </a:lvl3pPr>
            <a:lvl4pPr marL="0" indent="0" algn="ctr">
              <a:buNone/>
              <a:defRPr sz="1000">
                <a:solidFill>
                  <a:schemeClr val="bg1"/>
                </a:solidFill>
              </a:defRPr>
            </a:lvl4pPr>
            <a:lvl5pPr marL="0" indent="0"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19" name="Platshållare för text 13">
            <a:extLst>
              <a:ext uri="{FF2B5EF4-FFF2-40B4-BE49-F238E27FC236}">
                <a16:creationId xmlns:a16="http://schemas.microsoft.com/office/drawing/2014/main" id="{B5384705-3F1D-30F4-1990-5CC537D815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08478" y="4214814"/>
            <a:ext cx="2030400" cy="1532844"/>
          </a:xfrm>
          <a:solidFill>
            <a:schemeClr val="tx2"/>
          </a:solidFill>
        </p:spPr>
        <p:txBody>
          <a:bodyPr lIns="180000" tIns="180000" rIns="180000" bIns="180000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marL="0" indent="0" algn="ctr">
              <a:buNone/>
              <a:defRPr sz="1000">
                <a:solidFill>
                  <a:schemeClr val="bg1"/>
                </a:solidFill>
              </a:defRPr>
            </a:lvl3pPr>
            <a:lvl4pPr marL="0" indent="0" algn="ctr">
              <a:buNone/>
              <a:defRPr sz="1000">
                <a:solidFill>
                  <a:schemeClr val="bg1"/>
                </a:solidFill>
              </a:defRPr>
            </a:lvl4pPr>
            <a:lvl5pPr marL="0" indent="0"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0" name="Platshållare för text 13">
            <a:extLst>
              <a:ext uri="{FF2B5EF4-FFF2-40B4-BE49-F238E27FC236}">
                <a16:creationId xmlns:a16="http://schemas.microsoft.com/office/drawing/2014/main" id="{5026FC32-AD9F-E24F-5B20-28B39F35C2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76406" y="4214814"/>
            <a:ext cx="2030400" cy="1532844"/>
          </a:xfrm>
          <a:solidFill>
            <a:schemeClr val="tx2"/>
          </a:solidFill>
        </p:spPr>
        <p:txBody>
          <a:bodyPr lIns="180000" tIns="180000" rIns="180000" bIns="180000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marL="0" indent="0" algn="ctr">
              <a:buNone/>
              <a:defRPr sz="1000">
                <a:solidFill>
                  <a:schemeClr val="bg1"/>
                </a:solidFill>
              </a:defRPr>
            </a:lvl3pPr>
            <a:lvl4pPr marL="0" indent="0" algn="ctr">
              <a:buNone/>
              <a:defRPr sz="1000">
                <a:solidFill>
                  <a:schemeClr val="bg1"/>
                </a:solidFill>
              </a:defRPr>
            </a:lvl4pPr>
            <a:lvl5pPr marL="0" indent="0"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1" name="Platshållare för text 13">
            <a:extLst>
              <a:ext uri="{FF2B5EF4-FFF2-40B4-BE49-F238E27FC236}">
                <a16:creationId xmlns:a16="http://schemas.microsoft.com/office/drawing/2014/main" id="{91F42F6A-B147-9778-25C7-680C5A5140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5134" y="4214814"/>
            <a:ext cx="2030400" cy="1532844"/>
          </a:xfrm>
          <a:solidFill>
            <a:schemeClr val="tx2"/>
          </a:solidFill>
        </p:spPr>
        <p:txBody>
          <a:bodyPr lIns="180000" tIns="180000" rIns="180000" bIns="180000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marL="0" indent="0" algn="ctr">
              <a:buNone/>
              <a:defRPr sz="1000">
                <a:solidFill>
                  <a:schemeClr val="bg1"/>
                </a:solidFill>
              </a:defRPr>
            </a:lvl3pPr>
            <a:lvl4pPr marL="0" indent="0" algn="ctr">
              <a:buNone/>
              <a:defRPr sz="1000">
                <a:solidFill>
                  <a:schemeClr val="bg1"/>
                </a:solidFill>
              </a:defRPr>
            </a:lvl4pPr>
            <a:lvl5pPr marL="0" indent="0"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22" name="Platshållare för text 13">
            <a:extLst>
              <a:ext uri="{FF2B5EF4-FFF2-40B4-BE49-F238E27FC236}">
                <a16:creationId xmlns:a16="http://schemas.microsoft.com/office/drawing/2014/main" id="{A6FCE424-54E0-EAA9-1379-503205028A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21862" y="4214814"/>
            <a:ext cx="2030400" cy="1532844"/>
          </a:xfrm>
          <a:solidFill>
            <a:schemeClr val="tx2"/>
          </a:solidFill>
        </p:spPr>
        <p:txBody>
          <a:bodyPr lIns="180000" tIns="180000" rIns="180000" bIns="180000"/>
          <a:lstStyle>
            <a:lvl1pPr marL="0" indent="0" algn="ctr">
              <a:spcBef>
                <a:spcPts val="0"/>
              </a:spcBef>
              <a:spcAft>
                <a:spcPts val="1600"/>
              </a:spcAft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 sz="1000">
                <a:solidFill>
                  <a:schemeClr val="bg1"/>
                </a:solidFill>
              </a:defRPr>
            </a:lvl2pPr>
            <a:lvl3pPr marL="0" indent="0" algn="ctr">
              <a:buNone/>
              <a:defRPr sz="1000">
                <a:solidFill>
                  <a:schemeClr val="bg1"/>
                </a:solidFill>
              </a:defRPr>
            </a:lvl3pPr>
            <a:lvl4pPr marL="0" indent="0" algn="ctr">
              <a:buNone/>
              <a:defRPr sz="1000">
                <a:solidFill>
                  <a:schemeClr val="bg1"/>
                </a:solidFill>
              </a:defRPr>
            </a:lvl4pPr>
            <a:lvl5pPr marL="0" indent="0" algn="ctr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grpSp>
        <p:nvGrpSpPr>
          <p:cNvPr id="15" name="Grupp 14">
            <a:extLst>
              <a:ext uri="{FF2B5EF4-FFF2-40B4-BE49-F238E27FC236}">
                <a16:creationId xmlns:a16="http://schemas.microsoft.com/office/drawing/2014/main" id="{AAED2834-6E52-9203-2889-CB74B274D121}"/>
              </a:ext>
            </a:extLst>
          </p:cNvPr>
          <p:cNvGrpSpPr/>
          <p:nvPr userDrawn="1"/>
        </p:nvGrpSpPr>
        <p:grpSpPr>
          <a:xfrm>
            <a:off x="0" y="-469900"/>
            <a:ext cx="5969000" cy="425450"/>
            <a:chOff x="0" y="-469900"/>
            <a:chExt cx="5969000" cy="425450"/>
          </a:xfrm>
        </p:grpSpPr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BBEB6D67-F92D-3208-78FA-B0124194CC9C}"/>
                </a:ext>
              </a:extLst>
            </p:cNvPr>
            <p:cNvSpPr/>
            <p:nvPr userDrawn="1"/>
          </p:nvSpPr>
          <p:spPr>
            <a:xfrm>
              <a:off x="0" y="-469900"/>
              <a:ext cx="5969000" cy="4254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sv-SE" sz="1100" b="1">
                  <a:cs typeface="Arial" panose="020B0604020202020204" pitchFamily="34" charset="0"/>
                </a:rPr>
                <a:t>Instruktion: </a:t>
              </a:r>
              <a:r>
                <a:rPr lang="sv-SE" sz="1100">
                  <a:cs typeface="Arial" panose="020B0604020202020204" pitchFamily="34" charset="0"/>
                </a:rPr>
                <a:t>Använd </a:t>
              </a:r>
              <a:r>
                <a:rPr lang="sv-SE" sz="1100" i="1">
                  <a:cs typeface="Arial" panose="020B0604020202020204" pitchFamily="34" charset="0"/>
                </a:rPr>
                <a:t>listnivå 1 </a:t>
              </a:r>
              <a:r>
                <a:rPr lang="sv-SE" sz="1100">
                  <a:cs typeface="Arial" panose="020B0604020202020204" pitchFamily="34" charset="0"/>
                </a:rPr>
                <a:t>är för personens namn och </a:t>
              </a:r>
              <a:r>
                <a:rPr lang="sv-SE" sz="1100" i="1">
                  <a:cs typeface="Arial" panose="020B0604020202020204" pitchFamily="34" charset="0"/>
                </a:rPr>
                <a:t>listnivå 2 </a:t>
              </a:r>
              <a:r>
                <a:rPr lang="sv-SE" sz="1100">
                  <a:cs typeface="Arial" panose="020B0604020202020204" pitchFamily="34" charset="0"/>
                </a:rPr>
                <a:t>för efterföljande information. Du ändrar listnivån under fliken ”Start” under inställningar för ”Stycke”.</a:t>
              </a:r>
            </a:p>
          </p:txBody>
        </p:sp>
        <p:pic>
          <p:nvPicPr>
            <p:cNvPr id="13" name="Bildobjekt 12">
              <a:extLst>
                <a:ext uri="{FF2B5EF4-FFF2-40B4-BE49-F238E27FC236}">
                  <a16:creationId xmlns:a16="http://schemas.microsoft.com/office/drawing/2014/main" id="{6ACC8086-ED53-BD24-E193-E43FBA1EAC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l="4848" t="10720" r="2437" b="3609"/>
            <a:stretch/>
          </p:blipFill>
          <p:spPr>
            <a:xfrm>
              <a:off x="5388769" y="-399997"/>
              <a:ext cx="485775" cy="2856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7428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typ (grön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F0C26C3-B13E-495A-A6E4-2EC4E724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91736802-C263-4DCE-A189-7BB73660E43A}" type="datetime1">
              <a:rPr lang="sv-SE" smtClean="0"/>
              <a:pPr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F95847E-A091-4B48-90CC-8498D25E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1B4C505-33E4-4681-8C5B-77BB1E17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A8BB746B-12F8-24DD-DC51-0AC27EE3D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2873" y="2861058"/>
            <a:ext cx="5844668" cy="91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5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typ (bei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F0C26C3-B13E-495A-A6E4-2EC4E724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91736802-C263-4DCE-A189-7BB73660E43A}" type="datetime1">
              <a:rPr lang="sv-SE" smtClean="0"/>
              <a:pPr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F95847E-A091-4B48-90CC-8498D25E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1B4C505-33E4-4681-8C5B-77BB1E17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5" name="Bild 4">
            <a:extLst>
              <a:ext uri="{FF2B5EF4-FFF2-40B4-BE49-F238E27FC236}">
                <a16:creationId xmlns:a16="http://schemas.microsoft.com/office/drawing/2014/main" id="{A8BB746B-12F8-24DD-DC51-0AC27EE3D3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2873" y="2861058"/>
            <a:ext cx="5844668" cy="91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501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7CCD4ECD-7438-4D09-F22B-4261228B1F66}"/>
              </a:ext>
            </a:extLst>
          </p:cNvPr>
          <p:cNvSpPr/>
          <p:nvPr userDrawn="1"/>
        </p:nvSpPr>
        <p:spPr>
          <a:xfrm>
            <a:off x="-1587" y="0"/>
            <a:ext cx="43291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500" err="1">
              <a:cs typeface="Arial" panose="020B0604020202020204" pitchFamily="34" charset="0"/>
            </a:endParaRP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549AE9AE-2E41-45F2-83AB-8534C800931D}" type="datetime1">
              <a:rPr lang="sv-SE" smtClean="0"/>
              <a:pPr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34AB7C44-7DE6-75FC-1EEF-BA110DC6A0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6463" y="3190672"/>
            <a:ext cx="3770312" cy="194965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  <a:lvl3pPr marL="360362" indent="0">
              <a:buNone/>
              <a:defRPr/>
            </a:lvl3pPr>
            <a:lvl4pPr marL="536575" indent="0">
              <a:buNone/>
              <a:defRPr/>
            </a:lvl4pPr>
            <a:lvl5pPr marL="719137" indent="0">
              <a:buNone/>
              <a:defRPr/>
            </a:lvl5pPr>
          </a:lstStyle>
          <a:p>
            <a:pPr lvl="0"/>
            <a:r>
              <a:rPr lang="sv-SE"/>
              <a:t>Klicka för att lägga till kontaktinformation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CC7D9D7D-937F-664C-BD33-A5AB1BD1073D}"/>
              </a:ext>
            </a:extLst>
          </p:cNvPr>
          <p:cNvSpPr txBox="1"/>
          <p:nvPr userDrawn="1"/>
        </p:nvSpPr>
        <p:spPr>
          <a:xfrm>
            <a:off x="5986463" y="2309360"/>
            <a:ext cx="353536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4000">
                <a:latin typeface="+mj-lt"/>
                <a:cs typeface="Arial" panose="020B0604020202020204" pitchFamily="34" charset="0"/>
              </a:rPr>
              <a:t>Kontakt</a:t>
            </a:r>
          </a:p>
        </p:txBody>
      </p:sp>
      <p:pic>
        <p:nvPicPr>
          <p:cNvPr id="11" name="Bild 10" descr="Skicka kontur">
            <a:extLst>
              <a:ext uri="{FF2B5EF4-FFF2-40B4-BE49-F238E27FC236}">
                <a16:creationId xmlns:a16="http://schemas.microsoft.com/office/drawing/2014/main" id="{ED583B0F-8D5F-2C01-02B8-2E5B8A0420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362" y="2000137"/>
            <a:ext cx="2857726" cy="285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2127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F0C26C3-B13E-495A-A6E4-2EC4E724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802-C263-4DCE-A189-7BB73660E43A}" type="datetime1">
              <a:rPr lang="sv-SE" smtClean="0"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F95847E-A091-4B48-90CC-8498D25E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1B4C505-33E4-4681-8C5B-77BB1E17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  <p:sp>
        <p:nvSpPr>
          <p:cNvPr id="5" name="Rubrik 4">
            <a:extLst>
              <a:ext uri="{FF2B5EF4-FFF2-40B4-BE49-F238E27FC236}">
                <a16:creationId xmlns:a16="http://schemas.microsoft.com/office/drawing/2014/main" id="{4C1921A1-EF61-60FF-AF6D-38C65E91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</p:spTree>
    <p:extLst>
      <p:ext uri="{BB962C8B-B14F-4D97-AF65-F5344CB8AC3E}">
        <p14:creationId xmlns:p14="http://schemas.microsoft.com/office/powerpoint/2010/main" val="114292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EF0C26C3-B13E-495A-A6E4-2EC4E724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802-C263-4DCE-A189-7BB73660E43A}" type="datetime1">
              <a:rPr lang="sv-SE" smtClean="0"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F95847E-A091-4B48-90CC-8498D25E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81B4C505-33E4-4681-8C5B-77BB1E17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0422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dor efter denna sida tillhör ej ma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4405A5C8-297E-E3EB-142A-5DE16BD606D2}"/>
              </a:ext>
            </a:extLst>
          </p:cNvPr>
          <p:cNvSpPr txBox="1"/>
          <p:nvPr userDrawn="1"/>
        </p:nvSpPr>
        <p:spPr>
          <a:xfrm>
            <a:off x="1131651" y="2344087"/>
            <a:ext cx="992869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sv-SE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Sidor efter denna sida tillhör ej mallen. Byt istället till en layout innan denna sida.</a:t>
            </a:r>
          </a:p>
        </p:txBody>
      </p:sp>
    </p:spTree>
    <p:extLst>
      <p:ext uri="{BB962C8B-B14F-4D97-AF65-F5344CB8AC3E}">
        <p14:creationId xmlns:p14="http://schemas.microsoft.com/office/powerpoint/2010/main" val="7948993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 1/3 bild (grön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5571902-9019-4326-9DA4-70B9743B49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6470" y="633590"/>
            <a:ext cx="5672815" cy="974548"/>
          </a:xfrm>
        </p:spPr>
        <p:txBody>
          <a:bodyPr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sv-SE"/>
              <a:t>Lägg till rubrik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4B906970-3E04-4D0D-B628-981C4A91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15301" y="6858000"/>
            <a:ext cx="2705100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3EC13943-6288-4B2A-AED5-FBBBAF1F0CA2}" type="datetime1">
              <a:rPr lang="sv-SE" smtClean="0"/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6059243-015F-4404-ADE1-14E49E031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750" y="6858000"/>
            <a:ext cx="5446713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F1E028D-3B14-4181-8E8B-87D9D42D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9475" y="6858000"/>
            <a:ext cx="741188" cy="0"/>
          </a:xfrm>
        </p:spPr>
        <p:txBody>
          <a:bodyPr/>
          <a:lstStyle>
            <a:lvl1pPr>
              <a:defRPr sz="100"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CDBE5A7-2370-B0C7-0F73-322231D083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36469" y="1860550"/>
            <a:ext cx="6514194" cy="4456112"/>
          </a:xfrm>
        </p:spPr>
        <p:txBody>
          <a:bodyPr/>
          <a:lstStyle>
            <a:lvl1pPr marL="468000" indent="-468000">
              <a:lnSpc>
                <a:spcPct val="95000"/>
              </a:lnSpc>
              <a:spcAft>
                <a:spcPts val="800"/>
              </a:spcAft>
              <a:buFont typeface="+mj-lt"/>
              <a:buAutoNum type="arabicPeriod"/>
              <a:defRPr sz="2600">
                <a:solidFill>
                  <a:schemeClr val="tx2"/>
                </a:solidFill>
              </a:defRPr>
            </a:lvl1pPr>
            <a:lvl2pPr marL="648000" indent="-216000">
              <a:lnSpc>
                <a:spcPct val="95000"/>
              </a:lnSpc>
              <a:defRPr sz="2000">
                <a:solidFill>
                  <a:schemeClr val="tx2"/>
                </a:solidFill>
              </a:defRPr>
            </a:lvl2pPr>
            <a:lvl3pPr marL="828000" indent="-216000">
              <a:lnSpc>
                <a:spcPct val="95000"/>
              </a:lnSpc>
              <a:defRPr sz="1800">
                <a:solidFill>
                  <a:schemeClr val="tx2"/>
                </a:solidFill>
              </a:defRPr>
            </a:lvl3pPr>
            <a:lvl4pPr marL="1008000" indent="-180000">
              <a:lnSpc>
                <a:spcPct val="95000"/>
              </a:lnSpc>
              <a:defRPr sz="1600">
                <a:solidFill>
                  <a:schemeClr val="tx2"/>
                </a:solidFill>
              </a:defRPr>
            </a:lvl4pPr>
            <a:lvl5pPr marL="1188000" indent="-180000">
              <a:lnSpc>
                <a:spcPct val="95000"/>
              </a:lnSpc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A6ED55C8-266F-B663-C78A-7EDE055D1E9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-1586" y="0"/>
            <a:ext cx="4329111" cy="6858000"/>
          </a:xfrm>
          <a:noFill/>
        </p:spPr>
        <p:txBody>
          <a:bodyPr lIns="720000" rIns="720000" bIns="2880000"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infoga en bild</a:t>
            </a:r>
          </a:p>
        </p:txBody>
      </p:sp>
      <p:sp>
        <p:nvSpPr>
          <p:cNvPr id="9" name="Platshållare för text 10">
            <a:extLst>
              <a:ext uri="{FF2B5EF4-FFF2-40B4-BE49-F238E27FC236}">
                <a16:creationId xmlns:a16="http://schemas.microsoft.com/office/drawing/2014/main" id="{0AB5570A-6A93-B6E6-1050-2F6F2BF282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53811" y="366232"/>
            <a:ext cx="356134" cy="31639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sv-S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7756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52683E2-9A31-4B47-ACFE-390B6E0A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33590"/>
            <a:ext cx="10280650" cy="9745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1C0710F-3CB3-4F01-9977-A1A69928F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1860549"/>
            <a:ext cx="11110913" cy="44561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  <a:p>
            <a:pPr lvl="5"/>
            <a:r>
              <a:rPr lang="sv-SE"/>
              <a:t>Nivå 6</a:t>
            </a:r>
          </a:p>
          <a:p>
            <a:pPr lvl="6"/>
            <a:r>
              <a:rPr lang="sv-SE"/>
              <a:t>Nivå 7</a:t>
            </a:r>
          </a:p>
          <a:p>
            <a:pPr lvl="7"/>
            <a:r>
              <a:rPr lang="sv-SE"/>
              <a:t>Nivå 8</a:t>
            </a:r>
          </a:p>
          <a:p>
            <a:pPr lvl="8"/>
            <a:r>
              <a:rPr lang="sv-SE"/>
              <a:t>Nivå 9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7D54BB-8EC7-458A-A082-8AF430636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15301" y="6501099"/>
            <a:ext cx="2705100" cy="1474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E809EAA-5875-4380-A95C-390128949B29}" type="datetime1">
              <a:rPr lang="sv-SE" smtClean="0"/>
              <a:t>2025-08-25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C0A3ABB-C906-40E9-AF35-0DB0B3403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9750" y="6501099"/>
            <a:ext cx="5446713" cy="1474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Detta </a:t>
            </a:r>
            <a:r>
              <a:rPr lang="en-US" err="1"/>
              <a:t>är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presentationstitel</a:t>
            </a:r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249AA9-CC7D-40E0-9894-3652F2EE8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9475" y="6501099"/>
            <a:ext cx="741188" cy="1474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E086683-F536-42AB-ABBC-F4803DFE8DBC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Frihandsfigur: Form 9">
            <a:extLst>
              <a:ext uri="{FF2B5EF4-FFF2-40B4-BE49-F238E27FC236}">
                <a16:creationId xmlns:a16="http://schemas.microsoft.com/office/drawing/2014/main" id="{BAC13252-3F5A-9E8A-2FC4-07426341CA19}"/>
              </a:ext>
            </a:extLst>
          </p:cNvPr>
          <p:cNvSpPr/>
          <p:nvPr/>
        </p:nvSpPr>
        <p:spPr>
          <a:xfrm>
            <a:off x="11453811" y="366232"/>
            <a:ext cx="356134" cy="316393"/>
          </a:xfrm>
          <a:custGeom>
            <a:avLst/>
            <a:gdLst>
              <a:gd name="connsiteX0" fmla="*/ 290074 w 519902"/>
              <a:gd name="connsiteY0" fmla="*/ 89254 h 461887"/>
              <a:gd name="connsiteX1" fmla="*/ 290074 w 519902"/>
              <a:gd name="connsiteY1" fmla="*/ 214209 h 461887"/>
              <a:gd name="connsiteX2" fmla="*/ 321312 w 519902"/>
              <a:gd name="connsiteY2" fmla="*/ 214209 h 461887"/>
              <a:gd name="connsiteX3" fmla="*/ 397178 w 519902"/>
              <a:gd name="connsiteY3" fmla="*/ 151731 h 461887"/>
              <a:gd name="connsiteX4" fmla="*/ 321312 w 519902"/>
              <a:gd name="connsiteY4" fmla="*/ 89254 h 461887"/>
              <a:gd name="connsiteX5" fmla="*/ 167350 w 519902"/>
              <a:gd name="connsiteY5" fmla="*/ 0 h 461887"/>
              <a:gd name="connsiteX6" fmla="*/ 312387 w 519902"/>
              <a:gd name="connsiteY6" fmla="*/ 0 h 461887"/>
              <a:gd name="connsiteX7" fmla="*/ 519902 w 519902"/>
              <a:gd name="connsiteY7" fmla="*/ 151731 h 461887"/>
              <a:gd name="connsiteX8" fmla="*/ 336932 w 519902"/>
              <a:gd name="connsiteY8" fmla="*/ 301231 h 461887"/>
              <a:gd name="connsiteX9" fmla="*/ 290074 w 519902"/>
              <a:gd name="connsiteY9" fmla="*/ 301231 h 461887"/>
              <a:gd name="connsiteX10" fmla="*/ 290074 w 519902"/>
              <a:gd name="connsiteY10" fmla="*/ 461887 h 461887"/>
              <a:gd name="connsiteX11" fmla="*/ 167350 w 519902"/>
              <a:gd name="connsiteY11" fmla="*/ 461887 h 461887"/>
              <a:gd name="connsiteX12" fmla="*/ 0 w 519902"/>
              <a:gd name="connsiteY12" fmla="*/ 0 h 461887"/>
              <a:gd name="connsiteX13" fmla="*/ 122724 w 519902"/>
              <a:gd name="connsiteY13" fmla="*/ 0 h 461887"/>
              <a:gd name="connsiteX14" fmla="*/ 122724 w 519902"/>
              <a:gd name="connsiteY14" fmla="*/ 461887 h 461887"/>
              <a:gd name="connsiteX15" fmla="*/ 0 w 519902"/>
              <a:gd name="connsiteY15" fmla="*/ 461887 h 461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9902" h="461887">
                <a:moveTo>
                  <a:pt x="290074" y="89254"/>
                </a:moveTo>
                <a:lnTo>
                  <a:pt x="290074" y="214209"/>
                </a:lnTo>
                <a:lnTo>
                  <a:pt x="321312" y="214209"/>
                </a:lnTo>
                <a:cubicBezTo>
                  <a:pt x="363708" y="214209"/>
                  <a:pt x="397178" y="198589"/>
                  <a:pt x="397178" y="151731"/>
                </a:cubicBezTo>
                <a:cubicBezTo>
                  <a:pt x="397178" y="104873"/>
                  <a:pt x="363708" y="89254"/>
                  <a:pt x="321312" y="89254"/>
                </a:cubicBezTo>
                <a:close/>
                <a:moveTo>
                  <a:pt x="167350" y="0"/>
                </a:moveTo>
                <a:lnTo>
                  <a:pt x="312387" y="0"/>
                </a:lnTo>
                <a:cubicBezTo>
                  <a:pt x="452961" y="0"/>
                  <a:pt x="519902" y="58015"/>
                  <a:pt x="519902" y="151731"/>
                </a:cubicBezTo>
                <a:cubicBezTo>
                  <a:pt x="519902" y="245447"/>
                  <a:pt x="452961" y="301231"/>
                  <a:pt x="336932" y="301231"/>
                </a:cubicBezTo>
                <a:lnTo>
                  <a:pt x="290074" y="301231"/>
                </a:lnTo>
                <a:lnTo>
                  <a:pt x="290074" y="461887"/>
                </a:lnTo>
                <a:lnTo>
                  <a:pt x="167350" y="461887"/>
                </a:lnTo>
                <a:close/>
                <a:moveTo>
                  <a:pt x="0" y="0"/>
                </a:moveTo>
                <a:lnTo>
                  <a:pt x="122724" y="0"/>
                </a:lnTo>
                <a:lnTo>
                  <a:pt x="122724" y="461887"/>
                </a:lnTo>
                <a:lnTo>
                  <a:pt x="0" y="461887"/>
                </a:lnTo>
                <a:close/>
              </a:path>
            </a:pathLst>
          </a:custGeom>
          <a:solidFill>
            <a:srgbClr val="231F2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6" r:id="rId3"/>
    <p:sldLayoutId id="2147483679" r:id="rId4"/>
    <p:sldLayoutId id="2147483684" r:id="rId5"/>
    <p:sldLayoutId id="2147483685" r:id="rId6"/>
    <p:sldLayoutId id="2147483650" r:id="rId7"/>
    <p:sldLayoutId id="2147483675" r:id="rId8"/>
    <p:sldLayoutId id="2147483676" r:id="rId9"/>
    <p:sldLayoutId id="2147483662" r:id="rId10"/>
    <p:sldLayoutId id="2147483677" r:id="rId11"/>
    <p:sldLayoutId id="2147483657" r:id="rId12"/>
    <p:sldLayoutId id="2147483663" r:id="rId13"/>
    <p:sldLayoutId id="2147483664" r:id="rId14"/>
    <p:sldLayoutId id="2147483670" r:id="rId15"/>
    <p:sldLayoutId id="2147483671" r:id="rId16"/>
    <p:sldLayoutId id="2147483667" r:id="rId17"/>
    <p:sldLayoutId id="2147483672" r:id="rId18"/>
    <p:sldLayoutId id="2147483669" r:id="rId19"/>
    <p:sldLayoutId id="2147483678" r:id="rId20"/>
    <p:sldLayoutId id="2147483680" r:id="rId21"/>
    <p:sldLayoutId id="2147483681" r:id="rId22"/>
    <p:sldLayoutId id="2147483682" r:id="rId23"/>
    <p:sldLayoutId id="2147483654" r:id="rId24"/>
    <p:sldLayoutId id="2147483683" r:id="rId25"/>
    <p:sldLayoutId id="2147483655" r:id="rId26"/>
    <p:sldLayoutId id="2147483658" r:id="rId27"/>
    <p:sldLayoutId id="2147483687" r:id="rId28"/>
  </p:sldLayoutIdLst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6213" indent="-17621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0363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36575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19138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895350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079500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2557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616075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0" userDrawn="1">
          <p15:clr>
            <a:srgbClr val="FF0000"/>
          </p15:clr>
        </p15:guide>
        <p15:guide id="2" pos="1374" userDrawn="1">
          <p15:clr>
            <a:srgbClr val="FF0000"/>
          </p15:clr>
        </p15:guide>
        <p15:guide id="3" pos="1533" userDrawn="1">
          <p15:clr>
            <a:srgbClr val="FF0000"/>
          </p15:clr>
        </p15:guide>
        <p15:guide id="4" pos="2567" userDrawn="1">
          <p15:clr>
            <a:srgbClr val="FF0000"/>
          </p15:clr>
        </p15:guide>
        <p15:guide id="5" pos="2726" userDrawn="1">
          <p15:clr>
            <a:srgbClr val="FF0000"/>
          </p15:clr>
        </p15:guide>
        <p15:guide id="6" pos="3760" userDrawn="1">
          <p15:clr>
            <a:srgbClr val="FF0000"/>
          </p15:clr>
        </p15:guide>
        <p15:guide id="7" pos="3919" userDrawn="1">
          <p15:clr>
            <a:srgbClr val="FF0000"/>
          </p15:clr>
        </p15:guide>
        <p15:guide id="8" pos="4953" userDrawn="1">
          <p15:clr>
            <a:srgbClr val="FF0000"/>
          </p15:clr>
        </p15:guide>
        <p15:guide id="9" pos="5112" userDrawn="1">
          <p15:clr>
            <a:srgbClr val="FF0000"/>
          </p15:clr>
        </p15:guide>
        <p15:guide id="10" pos="6146" userDrawn="1">
          <p15:clr>
            <a:srgbClr val="FF0000"/>
          </p15:clr>
        </p15:guide>
        <p15:guide id="11" pos="6305" userDrawn="1">
          <p15:clr>
            <a:srgbClr val="FF0000"/>
          </p15:clr>
        </p15:guide>
        <p15:guide id="12" pos="7339" userDrawn="1">
          <p15:clr>
            <a:srgbClr val="FF0000"/>
          </p15:clr>
        </p15:guide>
        <p15:guide id="13" orient="horz" pos="430" userDrawn="1">
          <p15:clr>
            <a:srgbClr val="FF0000"/>
          </p15:clr>
        </p15:guide>
        <p15:guide id="14" orient="horz" pos="1013" userDrawn="1">
          <p15:clr>
            <a:srgbClr val="FF0000"/>
          </p15:clr>
        </p15:guide>
        <p15:guide id="15" orient="horz" pos="1172" userDrawn="1">
          <p15:clr>
            <a:srgbClr val="FF0000"/>
          </p15:clr>
        </p15:guide>
        <p15:guide id="16" orient="horz" pos="1755" userDrawn="1">
          <p15:clr>
            <a:srgbClr val="FF0000"/>
          </p15:clr>
        </p15:guide>
        <p15:guide id="17" orient="horz" pos="1913" userDrawn="1">
          <p15:clr>
            <a:srgbClr val="FF0000"/>
          </p15:clr>
        </p15:guide>
        <p15:guide id="18" orient="horz" pos="2496" userDrawn="1">
          <p15:clr>
            <a:srgbClr val="FF0000"/>
          </p15:clr>
        </p15:guide>
        <p15:guide id="19" orient="horz" pos="2655" userDrawn="1">
          <p15:clr>
            <a:srgbClr val="FF0000"/>
          </p15:clr>
        </p15:guide>
        <p15:guide id="20" orient="horz" pos="3238" userDrawn="1">
          <p15:clr>
            <a:srgbClr val="FF0000"/>
          </p15:clr>
        </p15:guide>
        <p15:guide id="21" orient="horz" pos="3397" userDrawn="1">
          <p15:clr>
            <a:srgbClr val="FF0000"/>
          </p15:clr>
        </p15:guide>
        <p15:guide id="22" orient="horz" pos="3979" userDrawn="1">
          <p15:clr>
            <a:srgbClr val="FF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C94A3B9A-68BD-CA04-DEC3-11CB85F0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Web Toolkit</a:t>
            </a:r>
          </a:p>
        </p:txBody>
      </p:sp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7A4C0830-1336-B0C3-5185-B633C711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802-C263-4DCE-A189-7BB73660E43A}" type="datetime1">
              <a:rPr lang="sv-SE" smtClean="0"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306B4A21-F05C-AAB4-A2A5-046B9308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DDD9D42-FB27-572A-1CE4-ADFC17BF8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1</a:t>
            </a:fld>
            <a:endParaRPr lang="sv-SE"/>
          </a:p>
        </p:txBody>
      </p:sp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04B4E727-EB52-D846-EC68-9EFA653BEC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sv-SE"/>
              <a:t>Teamledarens stöd för att driva </a:t>
            </a:r>
            <a:br>
              <a:rPr lang="sv-SE"/>
            </a:br>
            <a:r>
              <a:rPr lang="sv-SE"/>
              <a:t>strategi-införande och måluppfyllelse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C76F9D57-1205-E5AD-F46F-97B227492D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8467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1C8291A-8873-71C7-D00A-A5606DB9248D}"/>
              </a:ext>
            </a:extLst>
          </p:cNvPr>
          <p:cNvSpPr txBox="1">
            <a:spLocks/>
          </p:cNvSpPr>
          <p:nvPr/>
        </p:nvSpPr>
        <p:spPr>
          <a:xfrm>
            <a:off x="8496384" y="2021841"/>
            <a:ext cx="1828819" cy="1766159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2200" b="1" noProof="0">
                <a:solidFill>
                  <a:schemeClr val="bg1"/>
                </a:solidFill>
                <a:cs typeface="Arial" panose="020B0604020202020204" pitchFamily="34" charset="0"/>
              </a:rPr>
              <a:t>Resultat</a:t>
            </a:r>
          </a:p>
        </p:txBody>
      </p:sp>
      <p:sp>
        <p:nvSpPr>
          <p:cNvPr id="5" name="Pil: höger 22">
            <a:extLst>
              <a:ext uri="{FF2B5EF4-FFF2-40B4-BE49-F238E27FC236}">
                <a16:creationId xmlns:a16="http://schemas.microsoft.com/office/drawing/2014/main" id="{1ECF329A-7ED5-5B81-76D9-B3B048B854A4}"/>
              </a:ext>
            </a:extLst>
          </p:cNvPr>
          <p:cNvSpPr/>
          <p:nvPr/>
        </p:nvSpPr>
        <p:spPr>
          <a:xfrm>
            <a:off x="4029124" y="2139847"/>
            <a:ext cx="2214416" cy="148295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r>
              <a:rPr lang="sv-SE" sz="2200" b="1" noProof="0">
                <a:solidFill>
                  <a:schemeClr val="bg1"/>
                </a:solidFill>
                <a:cs typeface="Arial" panose="020B0604020202020204" pitchFamily="34" charset="0"/>
              </a:rPr>
              <a:t>Riktning</a:t>
            </a:r>
          </a:p>
        </p:txBody>
      </p:sp>
      <p:sp>
        <p:nvSpPr>
          <p:cNvPr id="6" name="Pil: höger 25">
            <a:extLst>
              <a:ext uri="{FF2B5EF4-FFF2-40B4-BE49-F238E27FC236}">
                <a16:creationId xmlns:a16="http://schemas.microsoft.com/office/drawing/2014/main" id="{50077F24-67AA-7C7B-6617-14D5ADB72D3A}"/>
              </a:ext>
            </a:extLst>
          </p:cNvPr>
          <p:cNvSpPr/>
          <p:nvPr/>
        </p:nvSpPr>
        <p:spPr>
          <a:xfrm>
            <a:off x="6244702" y="2139847"/>
            <a:ext cx="2214416" cy="1482951"/>
          </a:xfrm>
          <a:prstGeom prst="rightArrow">
            <a:avLst/>
          </a:prstGeom>
          <a:solidFill>
            <a:schemeClr val="accent2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0" bIns="36000" rtlCol="0" anchor="ctr" anchorCtr="0"/>
          <a:lstStyle/>
          <a:p>
            <a:pPr algn="ctr"/>
            <a:r>
              <a:rPr lang="sv-SE" sz="2200" b="1" noProof="0">
                <a:solidFill>
                  <a:schemeClr val="bg1"/>
                </a:solidFill>
                <a:cs typeface="Arial" panose="020B0604020202020204" pitchFamily="34" charset="0"/>
              </a:rPr>
              <a:t>Samarbete</a:t>
            </a:r>
          </a:p>
        </p:txBody>
      </p:sp>
      <p:sp>
        <p:nvSpPr>
          <p:cNvPr id="7" name="Pil: cirkelformad 29">
            <a:extLst>
              <a:ext uri="{FF2B5EF4-FFF2-40B4-BE49-F238E27FC236}">
                <a16:creationId xmlns:a16="http://schemas.microsoft.com/office/drawing/2014/main" id="{80E3CC16-4073-D916-E874-9C3EE9723496}"/>
              </a:ext>
            </a:extLst>
          </p:cNvPr>
          <p:cNvSpPr/>
          <p:nvPr/>
        </p:nvSpPr>
        <p:spPr>
          <a:xfrm rot="10800000">
            <a:off x="1893859" y="3201121"/>
            <a:ext cx="7656582" cy="2462855"/>
          </a:xfrm>
          <a:custGeom>
            <a:avLst/>
            <a:gdLst>
              <a:gd name="connsiteX0" fmla="*/ 338789 w 6241536"/>
              <a:gd name="connsiteY0" fmla="*/ 2735036 h 5470072"/>
              <a:gd name="connsiteX1" fmla="*/ 2749815 w 6241536"/>
              <a:gd name="connsiteY1" fmla="*/ 360187 h 5470072"/>
              <a:gd name="connsiteX2" fmla="*/ 5728383 w 6241536"/>
              <a:gd name="connsiteY2" fmla="*/ 1900041 h 5470072"/>
              <a:gd name="connsiteX3" fmla="*/ 6050416 w 6241536"/>
              <a:gd name="connsiteY3" fmla="*/ 1893011 h 5470072"/>
              <a:gd name="connsiteX4" fmla="*/ 5708283 w 6241536"/>
              <a:gd name="connsiteY4" fmla="*/ 2678548 h 5470072"/>
              <a:gd name="connsiteX5" fmla="*/ 4985866 w 6241536"/>
              <a:gd name="connsiteY5" fmla="*/ 1916251 h 5470072"/>
              <a:gd name="connsiteX6" fmla="*/ 5303898 w 6241536"/>
              <a:gd name="connsiteY6" fmla="*/ 1909308 h 5470072"/>
              <a:gd name="connsiteX7" fmla="*/ 2757769 w 6241536"/>
              <a:gd name="connsiteY7" fmla="*/ 749230 h 5470072"/>
              <a:gd name="connsiteX8" fmla="*/ 726015 w 6241536"/>
              <a:gd name="connsiteY8" fmla="*/ 2735037 h 5470072"/>
              <a:gd name="connsiteX9" fmla="*/ 338789 w 6241536"/>
              <a:gd name="connsiteY9" fmla="*/ 2735036 h 5470072"/>
              <a:gd name="connsiteX0" fmla="*/ 0 w 5711627"/>
              <a:gd name="connsiteY0" fmla="*/ 2396388 h 2396389"/>
              <a:gd name="connsiteX1" fmla="*/ 2411026 w 5711627"/>
              <a:gd name="connsiteY1" fmla="*/ 21539 h 2396389"/>
              <a:gd name="connsiteX2" fmla="*/ 5389594 w 5711627"/>
              <a:gd name="connsiteY2" fmla="*/ 1561393 h 2396389"/>
              <a:gd name="connsiteX3" fmla="*/ 5711627 w 5711627"/>
              <a:gd name="connsiteY3" fmla="*/ 1554363 h 2396389"/>
              <a:gd name="connsiteX4" fmla="*/ 5228092 w 5711627"/>
              <a:gd name="connsiteY4" fmla="*/ 2302193 h 2396389"/>
              <a:gd name="connsiteX5" fmla="*/ 4647077 w 5711627"/>
              <a:gd name="connsiteY5" fmla="*/ 1577603 h 2396389"/>
              <a:gd name="connsiteX6" fmla="*/ 4965109 w 5711627"/>
              <a:gd name="connsiteY6" fmla="*/ 1570660 h 2396389"/>
              <a:gd name="connsiteX7" fmla="*/ 2418980 w 5711627"/>
              <a:gd name="connsiteY7" fmla="*/ 410582 h 2396389"/>
              <a:gd name="connsiteX8" fmla="*/ 387226 w 5711627"/>
              <a:gd name="connsiteY8" fmla="*/ 2396389 h 2396389"/>
              <a:gd name="connsiteX9" fmla="*/ 0 w 5711627"/>
              <a:gd name="connsiteY9" fmla="*/ 2396388 h 2396389"/>
              <a:gd name="connsiteX0" fmla="*/ 0 w 5711627"/>
              <a:gd name="connsiteY0" fmla="*/ 2396388 h 2396389"/>
              <a:gd name="connsiteX1" fmla="*/ 2411026 w 5711627"/>
              <a:gd name="connsiteY1" fmla="*/ 21539 h 2396389"/>
              <a:gd name="connsiteX2" fmla="*/ 5389594 w 5711627"/>
              <a:gd name="connsiteY2" fmla="*/ 1561393 h 2396389"/>
              <a:gd name="connsiteX3" fmla="*/ 5711627 w 5711627"/>
              <a:gd name="connsiteY3" fmla="*/ 1554363 h 2396389"/>
              <a:gd name="connsiteX4" fmla="*/ 5199812 w 5711627"/>
              <a:gd name="connsiteY4" fmla="*/ 2255059 h 2396389"/>
              <a:gd name="connsiteX5" fmla="*/ 4647077 w 5711627"/>
              <a:gd name="connsiteY5" fmla="*/ 1577603 h 2396389"/>
              <a:gd name="connsiteX6" fmla="*/ 4965109 w 5711627"/>
              <a:gd name="connsiteY6" fmla="*/ 1570660 h 2396389"/>
              <a:gd name="connsiteX7" fmla="*/ 2418980 w 5711627"/>
              <a:gd name="connsiteY7" fmla="*/ 410582 h 2396389"/>
              <a:gd name="connsiteX8" fmla="*/ 387226 w 5711627"/>
              <a:gd name="connsiteY8" fmla="*/ 2396389 h 2396389"/>
              <a:gd name="connsiteX9" fmla="*/ 0 w 5711627"/>
              <a:gd name="connsiteY9" fmla="*/ 2396388 h 2396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1627" h="2396389">
                <a:moveTo>
                  <a:pt x="0" y="2396388"/>
                </a:moveTo>
                <a:cubicBezTo>
                  <a:pt x="0" y="1196466"/>
                  <a:pt x="1030388" y="181538"/>
                  <a:pt x="2411026" y="21539"/>
                </a:cubicBezTo>
                <a:cubicBezTo>
                  <a:pt x="3699660" y="-127798"/>
                  <a:pt x="4936511" y="511627"/>
                  <a:pt x="5389594" y="1561393"/>
                </a:cubicBezTo>
                <a:lnTo>
                  <a:pt x="5711627" y="1554363"/>
                </a:lnTo>
                <a:lnTo>
                  <a:pt x="5199812" y="2255059"/>
                </a:lnTo>
                <a:lnTo>
                  <a:pt x="4647077" y="1577603"/>
                </a:lnTo>
                <a:lnTo>
                  <a:pt x="4965109" y="1570660"/>
                </a:lnTo>
                <a:cubicBezTo>
                  <a:pt x="4523132" y="748247"/>
                  <a:pt x="3481898" y="273835"/>
                  <a:pt x="2418980" y="410582"/>
                </a:cubicBezTo>
                <a:cubicBezTo>
                  <a:pt x="1250224" y="560944"/>
                  <a:pt x="387225" y="1404427"/>
                  <a:pt x="387226" y="2396389"/>
                </a:cubicBezTo>
                <a:lnTo>
                  <a:pt x="0" y="23963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200" noProof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Pil: höger 22">
            <a:extLst>
              <a:ext uri="{FF2B5EF4-FFF2-40B4-BE49-F238E27FC236}">
                <a16:creationId xmlns:a16="http://schemas.microsoft.com/office/drawing/2014/main" id="{C1790D0B-87FE-D9A5-1AFE-5D6CEECB6AA8}"/>
              </a:ext>
            </a:extLst>
          </p:cNvPr>
          <p:cNvSpPr/>
          <p:nvPr/>
        </p:nvSpPr>
        <p:spPr>
          <a:xfrm>
            <a:off x="1809894" y="2139847"/>
            <a:ext cx="2214416" cy="1482951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r>
              <a:rPr lang="sv-SE" sz="2200" b="1" noProof="0">
                <a:solidFill>
                  <a:schemeClr val="bg1"/>
                </a:solidFill>
                <a:cs typeface="Arial" panose="020B0604020202020204" pitchFamily="34" charset="0"/>
              </a:rPr>
              <a:t>Energi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FBDF0BD-65DE-FFC0-C8F0-3E2878037DBA}"/>
              </a:ext>
            </a:extLst>
          </p:cNvPr>
          <p:cNvSpPr txBox="1"/>
          <p:nvPr/>
        </p:nvSpPr>
        <p:spPr>
          <a:xfrm>
            <a:off x="5291260" y="5212756"/>
            <a:ext cx="128432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200" b="1" noProof="0">
                <a:solidFill>
                  <a:schemeClr val="bg1"/>
                </a:solidFill>
              </a:rPr>
              <a:t>Lärande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405679C-C5C7-CDB9-05A1-5ACEFD79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noProof="0" dirty="0"/>
              <a:t>Syftet med Web Toolkit: Säkerställa de fem komponenterna för vitalitet och resultat i möten</a:t>
            </a:r>
          </a:p>
        </p:txBody>
      </p:sp>
    </p:spTree>
    <p:extLst>
      <p:ext uri="{BB962C8B-B14F-4D97-AF65-F5344CB8AC3E}">
        <p14:creationId xmlns:p14="http://schemas.microsoft.com/office/powerpoint/2010/main" val="86654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A66AA610-A831-148E-96F8-ED7AA4DFE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C95FF5D-FBCC-409E-AB5E-53B32E82B57D}" type="datetime1">
              <a:rPr lang="sv-SE" smtClean="0"/>
              <a:pPr>
                <a:spcAft>
                  <a:spcPts val="600"/>
                </a:spcAft>
              </a:pPr>
              <a:t>2025-08-25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3ECBDCB-1078-3266-2956-92268A21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Detta är en presentationstitel</a:t>
            </a:r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36E7ADC-A5BD-0377-F923-5B6E23D3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E086683-F536-42AB-ABBC-F4803DFE8DBC}" type="slidenum">
              <a:rPr lang="sv-SE" smtClean="0"/>
              <a:pPr>
                <a:spcAft>
                  <a:spcPts val="600"/>
                </a:spcAft>
              </a:pPr>
              <a:t>3</a:t>
            </a:fld>
            <a:endParaRPr lang="sv-SE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16A467A8-BB0F-7E34-A298-44CC26906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55" y="177428"/>
            <a:ext cx="11816690" cy="6503144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240843BA-E369-025F-1A25-6ACA54A4C2F9}"/>
              </a:ext>
            </a:extLst>
          </p:cNvPr>
          <p:cNvSpPr/>
          <p:nvPr/>
        </p:nvSpPr>
        <p:spPr>
          <a:xfrm>
            <a:off x="262812" y="205421"/>
            <a:ext cx="1528666" cy="404463"/>
          </a:xfrm>
          <a:prstGeom prst="rect">
            <a:avLst/>
          </a:prstGeom>
          <a:solidFill>
            <a:srgbClr val="2831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500" b="1">
                <a:latin typeface="Copperplate" panose="02000504000000020004" pitchFamily="2" charset="77"/>
                <a:cs typeface="Broadway" panose="020F0502020204030204" pitchFamily="34" charset="0"/>
              </a:rPr>
              <a:t>Demobolaget</a:t>
            </a:r>
          </a:p>
        </p:txBody>
      </p:sp>
    </p:spTree>
    <p:extLst>
      <p:ext uri="{BB962C8B-B14F-4D97-AF65-F5344CB8AC3E}">
        <p14:creationId xmlns:p14="http://schemas.microsoft.com/office/powerpoint/2010/main" val="4081119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DAD98-5703-6B4C-D285-B54F4C8E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65B3769-70CA-E35C-C6A4-81AB087C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C95FF5D-FBCC-409E-AB5E-53B32E82B57D}" type="datetime1">
              <a:rPr lang="sv-SE" noProof="0" smtClean="0"/>
              <a:pPr>
                <a:spcAft>
                  <a:spcPts val="600"/>
                </a:spcAft>
              </a:pPr>
              <a:t>2025-08-25</a:t>
            </a:fld>
            <a:endParaRPr lang="sv-SE" noProof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1F96985-10D5-18E5-966C-D0FBAD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sv-SE" noProof="0"/>
              <a:t>Detta är en presentationstitel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E9FD6E4-CB56-AF2F-3865-7B658F44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E086683-F536-42AB-ABBC-F4803DFE8DBC}" type="slidenum">
              <a:rPr lang="sv-SE" noProof="0" smtClean="0"/>
              <a:pPr>
                <a:spcAft>
                  <a:spcPts val="600"/>
                </a:spcAft>
              </a:pPr>
              <a:t>4</a:t>
            </a:fld>
            <a:endParaRPr lang="sv-SE" noProof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9C7E5194-28FD-A9E1-7158-BFE772E97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937" y="1356024"/>
            <a:ext cx="7785254" cy="4284502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3629FB7-E374-04F0-0FDF-AB0EAC5AE476}"/>
              </a:ext>
            </a:extLst>
          </p:cNvPr>
          <p:cNvSpPr txBox="1">
            <a:spLocks/>
          </p:cNvSpPr>
          <p:nvPr/>
        </p:nvSpPr>
        <p:spPr>
          <a:xfrm>
            <a:off x="8596749" y="2703683"/>
            <a:ext cx="1674666" cy="1501980"/>
          </a:xfrm>
          <a:prstGeom prst="ellipse">
            <a:avLst/>
          </a:prstGeom>
          <a:solidFill>
            <a:schemeClr val="accent2"/>
          </a:solidFill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v-SE" sz="2200" b="1" noProof="0">
                <a:solidFill>
                  <a:schemeClr val="tx1"/>
                </a:solidFill>
                <a:cs typeface="Arial" panose="020B0604020202020204" pitchFamily="34" charset="0"/>
              </a:rPr>
              <a:t>Resultat</a:t>
            </a:r>
          </a:p>
        </p:txBody>
      </p:sp>
      <p:sp>
        <p:nvSpPr>
          <p:cNvPr id="6" name="Pil: höger 22">
            <a:extLst>
              <a:ext uri="{FF2B5EF4-FFF2-40B4-BE49-F238E27FC236}">
                <a16:creationId xmlns:a16="http://schemas.microsoft.com/office/drawing/2014/main" id="{F90951A1-E535-E139-09E2-552A8D1DBA92}"/>
              </a:ext>
            </a:extLst>
          </p:cNvPr>
          <p:cNvSpPr/>
          <p:nvPr/>
        </p:nvSpPr>
        <p:spPr>
          <a:xfrm>
            <a:off x="1332297" y="2960692"/>
            <a:ext cx="1674666" cy="9418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r>
              <a:rPr lang="sv-SE" sz="2200" b="1" noProof="0">
                <a:solidFill>
                  <a:schemeClr val="tx1"/>
                </a:solidFill>
                <a:cs typeface="Arial" panose="020B0604020202020204" pitchFamily="34" charset="0"/>
              </a:rPr>
              <a:t>Riktning</a:t>
            </a:r>
          </a:p>
        </p:txBody>
      </p:sp>
      <p:sp>
        <p:nvSpPr>
          <p:cNvPr id="7" name="Pil: höger 25">
            <a:extLst>
              <a:ext uri="{FF2B5EF4-FFF2-40B4-BE49-F238E27FC236}">
                <a16:creationId xmlns:a16="http://schemas.microsoft.com/office/drawing/2014/main" id="{AA4F16DB-C482-4228-D3D4-D39146160DF8}"/>
              </a:ext>
            </a:extLst>
          </p:cNvPr>
          <p:cNvSpPr/>
          <p:nvPr/>
        </p:nvSpPr>
        <p:spPr>
          <a:xfrm>
            <a:off x="1354666" y="3887765"/>
            <a:ext cx="1674666" cy="941845"/>
          </a:xfrm>
          <a:prstGeom prst="rightArrow">
            <a:avLst/>
          </a:prstGeom>
          <a:solidFill>
            <a:schemeClr val="accent2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0" bIns="36000" rtlCol="0" anchor="ctr" anchorCtr="0"/>
          <a:lstStyle/>
          <a:p>
            <a:pPr algn="ctr"/>
            <a:r>
              <a:rPr lang="sv-SE" sz="2200" b="1" noProof="0">
                <a:solidFill>
                  <a:schemeClr val="tx1"/>
                </a:solidFill>
                <a:cs typeface="Arial" panose="020B0604020202020204" pitchFamily="34" charset="0"/>
              </a:rPr>
              <a:t>Samarbete</a:t>
            </a:r>
          </a:p>
        </p:txBody>
      </p:sp>
      <p:sp>
        <p:nvSpPr>
          <p:cNvPr id="8" name="Pil: höger 22">
            <a:extLst>
              <a:ext uri="{FF2B5EF4-FFF2-40B4-BE49-F238E27FC236}">
                <a16:creationId xmlns:a16="http://schemas.microsoft.com/office/drawing/2014/main" id="{CA73886E-CAE9-6893-D66C-DB24805067FE}"/>
              </a:ext>
            </a:extLst>
          </p:cNvPr>
          <p:cNvSpPr/>
          <p:nvPr/>
        </p:nvSpPr>
        <p:spPr>
          <a:xfrm>
            <a:off x="1329459" y="2092041"/>
            <a:ext cx="1674666" cy="94184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r>
              <a:rPr lang="sv-SE" sz="2200" b="1" noProof="0">
                <a:solidFill>
                  <a:schemeClr val="tx1"/>
                </a:solidFill>
                <a:cs typeface="Arial" panose="020B0604020202020204" pitchFamily="34" charset="0"/>
              </a:rPr>
              <a:t>Energi</a:t>
            </a:r>
          </a:p>
        </p:txBody>
      </p:sp>
      <p:sp>
        <p:nvSpPr>
          <p:cNvPr id="10" name="Pil: höger 25">
            <a:extLst>
              <a:ext uri="{FF2B5EF4-FFF2-40B4-BE49-F238E27FC236}">
                <a16:creationId xmlns:a16="http://schemas.microsoft.com/office/drawing/2014/main" id="{1FADA0F1-3111-6628-0BFE-F08B2650C984}"/>
              </a:ext>
            </a:extLst>
          </p:cNvPr>
          <p:cNvSpPr/>
          <p:nvPr/>
        </p:nvSpPr>
        <p:spPr>
          <a:xfrm>
            <a:off x="1354255" y="4758569"/>
            <a:ext cx="1674666" cy="941845"/>
          </a:xfrm>
          <a:prstGeom prst="rightArrow">
            <a:avLst/>
          </a:prstGeom>
          <a:solidFill>
            <a:schemeClr val="accent2"/>
          </a:solidFill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0" bIns="36000" rtlCol="0" anchor="ctr" anchorCtr="0"/>
          <a:lstStyle/>
          <a:p>
            <a:pPr algn="ctr"/>
            <a:r>
              <a:rPr lang="sv-SE" sz="2200" b="1" noProof="0">
                <a:solidFill>
                  <a:schemeClr val="tx1"/>
                </a:solidFill>
                <a:cs typeface="Arial" panose="020B0604020202020204" pitchFamily="34" charset="0"/>
              </a:rPr>
              <a:t>Lärande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5480228-DA3D-54EF-6211-97B49D582F7C}"/>
              </a:ext>
            </a:extLst>
          </p:cNvPr>
          <p:cNvSpPr/>
          <p:nvPr/>
        </p:nvSpPr>
        <p:spPr>
          <a:xfrm>
            <a:off x="3018119" y="1390261"/>
            <a:ext cx="1101345" cy="238244"/>
          </a:xfrm>
          <a:prstGeom prst="rect">
            <a:avLst/>
          </a:prstGeom>
          <a:solidFill>
            <a:srgbClr val="2831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000" b="1">
                <a:latin typeface="Copperplate" panose="02000504000000020004" pitchFamily="2" charset="77"/>
                <a:cs typeface="Broadway" panose="020F0502020204030204" pitchFamily="34" charset="0"/>
              </a:rPr>
              <a:t>Demobolaget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727937A7-4C47-C1A9-36B5-FBA0A81BFFE3}"/>
              </a:ext>
            </a:extLst>
          </p:cNvPr>
          <p:cNvSpPr txBox="1"/>
          <p:nvPr/>
        </p:nvSpPr>
        <p:spPr>
          <a:xfrm>
            <a:off x="903778" y="2339633"/>
            <a:ext cx="8740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2800">
                <a:solidFill>
                  <a:schemeClr val="bg2"/>
                </a:solidFill>
                <a:latin typeface="Wingdings" pitchFamily="2" charset="2"/>
                <a:cs typeface="Arial" panose="020B0604020202020204" pitchFamily="34" charset="0"/>
              </a:rPr>
              <a:t>❶</a:t>
            </a: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BED894FD-59F9-72F7-50D8-18D86DCAA1B8}"/>
              </a:ext>
            </a:extLst>
          </p:cNvPr>
          <p:cNvSpPr txBox="1"/>
          <p:nvPr/>
        </p:nvSpPr>
        <p:spPr>
          <a:xfrm>
            <a:off x="881360" y="3207828"/>
            <a:ext cx="8740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2800">
                <a:solidFill>
                  <a:schemeClr val="bg2"/>
                </a:solidFill>
                <a:latin typeface="Wingdings" pitchFamily="2" charset="2"/>
                <a:cs typeface="Arial" panose="020B0604020202020204" pitchFamily="34" charset="0"/>
              </a:rPr>
              <a:t>❷</a:t>
            </a: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FE57D8B1-2458-7A27-6C40-17876477B28F}"/>
              </a:ext>
            </a:extLst>
          </p:cNvPr>
          <p:cNvSpPr txBox="1"/>
          <p:nvPr/>
        </p:nvSpPr>
        <p:spPr>
          <a:xfrm>
            <a:off x="885843" y="4113260"/>
            <a:ext cx="8740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2800">
                <a:solidFill>
                  <a:schemeClr val="bg2"/>
                </a:solidFill>
                <a:latin typeface="Wingdings" pitchFamily="2" charset="2"/>
                <a:cs typeface="Arial" panose="020B0604020202020204" pitchFamily="34" charset="0"/>
              </a:rPr>
              <a:t>❸</a:t>
            </a: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B65E2DC3-973F-C3BB-A848-6185EDF9A4F5}"/>
              </a:ext>
            </a:extLst>
          </p:cNvPr>
          <p:cNvSpPr txBox="1"/>
          <p:nvPr/>
        </p:nvSpPr>
        <p:spPr>
          <a:xfrm>
            <a:off x="876879" y="5005245"/>
            <a:ext cx="8740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2800">
                <a:solidFill>
                  <a:schemeClr val="bg2"/>
                </a:solidFill>
                <a:latin typeface="Wingdings" pitchFamily="2" charset="2"/>
                <a:cs typeface="Arial" panose="020B0604020202020204" pitchFamily="34" charset="0"/>
              </a:rPr>
              <a:t>❺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8207DE49-1466-2CDE-8B41-D5459D127364}"/>
              </a:ext>
            </a:extLst>
          </p:cNvPr>
          <p:cNvSpPr txBox="1"/>
          <p:nvPr/>
        </p:nvSpPr>
        <p:spPr>
          <a:xfrm>
            <a:off x="8311004" y="2796455"/>
            <a:ext cx="874059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sv-SE" sz="2800">
                <a:solidFill>
                  <a:schemeClr val="bg2"/>
                </a:solidFill>
                <a:latin typeface="Wingdings" pitchFamily="2" charset="2"/>
                <a:cs typeface="Arial" panose="020B0604020202020204" pitchFamily="34" charset="0"/>
              </a:rPr>
              <a:t>❹</a:t>
            </a:r>
          </a:p>
        </p:txBody>
      </p:sp>
    </p:spTree>
    <p:extLst>
      <p:ext uri="{BB962C8B-B14F-4D97-AF65-F5344CB8AC3E}">
        <p14:creationId xmlns:p14="http://schemas.microsoft.com/office/powerpoint/2010/main" val="331476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FA4EE0BC-ED4A-814B-4A79-D12C4FF80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36802-C263-4DCE-A189-7BB73660E43A}" type="datetime1">
              <a:rPr lang="sv-SE" smtClean="0"/>
              <a:t>2025-08-25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E389FE0-A3EF-1CFA-B34C-EC9460F2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Detta är en presentationstitel</a:t>
            </a:r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7B8FF218-2D4D-F62A-55B0-469F21C8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5</a:t>
            </a:fld>
            <a:endParaRPr lang="sv-SE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785C1D04-EA70-EDF3-027F-E680EB5BB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46" y="322731"/>
            <a:ext cx="11553896" cy="6104962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DCD3495B-20BD-7732-73DD-29824D5BC1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50" y="376519"/>
            <a:ext cx="639001" cy="295834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9E85E8CB-2F69-A8E6-4081-09271C7BF43B}"/>
              </a:ext>
            </a:extLst>
          </p:cNvPr>
          <p:cNvSpPr/>
          <p:nvPr/>
        </p:nvSpPr>
        <p:spPr>
          <a:xfrm>
            <a:off x="374239" y="376519"/>
            <a:ext cx="793377" cy="2382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sv-SE" sz="900" b="1">
                <a:latin typeface="Copperplate" panose="02000504000000020004" pitchFamily="2" charset="77"/>
                <a:cs typeface="Broadway" panose="020F0502020204030204" pitchFamily="34" charset="0"/>
              </a:rPr>
              <a:t>Demobolaget</a:t>
            </a:r>
          </a:p>
        </p:txBody>
      </p:sp>
    </p:spTree>
    <p:extLst>
      <p:ext uri="{BB962C8B-B14F-4D97-AF65-F5344CB8AC3E}">
        <p14:creationId xmlns:p14="http://schemas.microsoft.com/office/powerpoint/2010/main" val="82372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AEB8058-6AC3-0A7F-1BFC-C647BA6F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Prismodell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BC6F5B3-4109-12F8-9BA3-48EA0537B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2028826"/>
            <a:ext cx="3535363" cy="2421990"/>
          </a:xfrm>
        </p:spPr>
        <p:txBody>
          <a:bodyPr/>
          <a:lstStyle/>
          <a:p>
            <a:r>
              <a:rPr lang="sv-SE" dirty="0"/>
              <a:t>Tillgång till Web Toolkit</a:t>
            </a:r>
          </a:p>
          <a:p>
            <a:r>
              <a:rPr lang="sv-SE" dirty="0"/>
              <a:t>Driftsupport vid störningar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A3A6D6E-4D10-BFB3-B8C3-F6A0B0E9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E3E20-035E-4141-BF91-3A83F80B8BFB}" type="datetime1">
              <a:rPr lang="sv-SE" smtClean="0"/>
              <a:t>2025-08-25</a:t>
            </a:fld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9FD0F01-4A06-EC5F-2F26-FF31F834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86683-F536-42AB-ABBC-F4803DFE8DBC}" type="slidenum">
              <a:rPr lang="sv-SE" smtClean="0"/>
              <a:t>6</a:t>
            </a:fld>
            <a:endParaRPr lang="sv-SE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CF889BB3-D78C-9081-B7DE-D7E4B5C0699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27526" y="2028825"/>
            <a:ext cx="3535363" cy="2421989"/>
          </a:xfrm>
        </p:spPr>
        <p:txBody>
          <a:bodyPr/>
          <a:lstStyle/>
          <a:p>
            <a:pPr marL="0" indent="0">
              <a:buNone/>
            </a:pPr>
            <a:r>
              <a:rPr lang="sv-SE" dirty="0"/>
              <a:t>BASIC samt:</a:t>
            </a:r>
          </a:p>
          <a:p>
            <a:r>
              <a:rPr lang="sv-SE" dirty="0"/>
              <a:t>Skapande av organisation och teamstrukturer</a:t>
            </a:r>
          </a:p>
          <a:p>
            <a:r>
              <a:rPr lang="sv-SE" dirty="0"/>
              <a:t>Kom-igång support (&lt;8h)</a:t>
            </a:r>
          </a:p>
          <a:p>
            <a:r>
              <a:rPr lang="sv-SE" dirty="0"/>
              <a:t>Träning av teamledare (1h)</a:t>
            </a:r>
          </a:p>
          <a:p>
            <a:r>
              <a:rPr lang="sv-SE" dirty="0"/>
              <a:t>Instruktionsvideor (Sve/Eng)</a:t>
            </a:r>
          </a:p>
          <a:p>
            <a:r>
              <a:rPr lang="sv-SE" dirty="0"/>
              <a:t>Användarsupport (&lt;8h/mån)</a:t>
            </a:r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4C880BBF-EA8C-8147-A8F3-21CAB255045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13712" y="2028825"/>
            <a:ext cx="3535363" cy="2421989"/>
          </a:xfrm>
        </p:spPr>
        <p:txBody>
          <a:bodyPr/>
          <a:lstStyle/>
          <a:p>
            <a:r>
              <a:rPr lang="sv-SE" dirty="0"/>
              <a:t>PLUS samt:</a:t>
            </a:r>
          </a:p>
          <a:p>
            <a:r>
              <a:rPr lang="sv-SE" dirty="0"/>
              <a:t>Användaranalyser 1 gång/mån</a:t>
            </a:r>
          </a:p>
          <a:p>
            <a:r>
              <a:rPr lang="sv-SE" dirty="0"/>
              <a:t>AI-Coachstöd </a:t>
            </a:r>
            <a:r>
              <a:rPr lang="sv-SE"/>
              <a:t>till ledare</a:t>
            </a:r>
            <a:endParaRPr lang="sv-SE" dirty="0"/>
          </a:p>
          <a:p>
            <a:r>
              <a:rPr lang="sv-SE" dirty="0"/>
              <a:t>Instruktionsvideor (10 språk)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32559C62-E02C-1042-9EC8-DDD0101B3D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sv-SE"/>
              <a:t>Basic</a:t>
            </a:r>
          </a:p>
        </p:txBody>
      </p:sp>
      <p:sp>
        <p:nvSpPr>
          <p:cNvPr id="10" name="Platshållare för text 9">
            <a:extLst>
              <a:ext uri="{FF2B5EF4-FFF2-40B4-BE49-F238E27FC236}">
                <a16:creationId xmlns:a16="http://schemas.microsoft.com/office/drawing/2014/main" id="{5D0A2EE3-A967-9EC7-7087-CD04BD2D278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sv-SE"/>
              <a:t>Plus</a:t>
            </a:r>
          </a:p>
        </p:txBody>
      </p:sp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64898F1E-2FF7-0A6E-93E9-5733E3BE2C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sv-SE"/>
              <a:t>Pro</a:t>
            </a:r>
          </a:p>
        </p:txBody>
      </p:sp>
      <p:sp>
        <p:nvSpPr>
          <p:cNvPr id="13" name="Rektangel med rundade hörn 12">
            <a:extLst>
              <a:ext uri="{FF2B5EF4-FFF2-40B4-BE49-F238E27FC236}">
                <a16:creationId xmlns:a16="http://schemas.microsoft.com/office/drawing/2014/main" id="{BEEBCCDF-E001-C17E-4D26-7B2DA653B59B}"/>
              </a:ext>
            </a:extLst>
          </p:cNvPr>
          <p:cNvSpPr/>
          <p:nvPr/>
        </p:nvSpPr>
        <p:spPr>
          <a:xfrm>
            <a:off x="539750" y="4737255"/>
            <a:ext cx="3535363" cy="152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dirty="0">
                <a:cs typeface="Arial" panose="020B0604020202020204" pitchFamily="34" charset="0"/>
              </a:rPr>
              <a:t>19 SEK/anv/mån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eller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190 SEK/team/mån</a:t>
            </a:r>
          </a:p>
        </p:txBody>
      </p:sp>
      <p:sp>
        <p:nvSpPr>
          <p:cNvPr id="14" name="Rektangel med rundade hörn 13">
            <a:extLst>
              <a:ext uri="{FF2B5EF4-FFF2-40B4-BE49-F238E27FC236}">
                <a16:creationId xmlns:a16="http://schemas.microsoft.com/office/drawing/2014/main" id="{4998CFD9-D468-5860-0470-71875C9D353D}"/>
              </a:ext>
            </a:extLst>
          </p:cNvPr>
          <p:cNvSpPr/>
          <p:nvPr/>
        </p:nvSpPr>
        <p:spPr>
          <a:xfrm>
            <a:off x="4327524" y="4737255"/>
            <a:ext cx="3535363" cy="152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dirty="0">
                <a:cs typeface="Arial" panose="020B0604020202020204" pitchFamily="34" charset="0"/>
              </a:rPr>
              <a:t>39 SEK/anv/mån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eller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390 SEK/team/mån</a:t>
            </a:r>
          </a:p>
        </p:txBody>
      </p:sp>
      <p:sp>
        <p:nvSpPr>
          <p:cNvPr id="15" name="Rektangel med rundade hörn 14">
            <a:extLst>
              <a:ext uri="{FF2B5EF4-FFF2-40B4-BE49-F238E27FC236}">
                <a16:creationId xmlns:a16="http://schemas.microsoft.com/office/drawing/2014/main" id="{B77276C3-B3A7-5D47-B8E7-7D6BAED051B4}"/>
              </a:ext>
            </a:extLst>
          </p:cNvPr>
          <p:cNvSpPr/>
          <p:nvPr/>
        </p:nvSpPr>
        <p:spPr>
          <a:xfrm>
            <a:off x="8113712" y="4737255"/>
            <a:ext cx="3535363" cy="1524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000" dirty="0">
                <a:cs typeface="Arial" panose="020B0604020202020204" pitchFamily="34" charset="0"/>
              </a:rPr>
              <a:t>49 SEK/anv/mån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eller</a:t>
            </a:r>
            <a:br>
              <a:rPr lang="sv-SE" sz="2000" dirty="0">
                <a:cs typeface="Arial" panose="020B0604020202020204" pitchFamily="34" charset="0"/>
              </a:rPr>
            </a:br>
            <a:r>
              <a:rPr lang="sv-SE" sz="2000" dirty="0">
                <a:cs typeface="Arial" panose="020B0604020202020204" pitchFamily="34" charset="0"/>
              </a:rPr>
              <a:t>490 SEK/team/mån</a:t>
            </a:r>
          </a:p>
        </p:txBody>
      </p:sp>
    </p:spTree>
    <p:extLst>
      <p:ext uri="{BB962C8B-B14F-4D97-AF65-F5344CB8AC3E}">
        <p14:creationId xmlns:p14="http://schemas.microsoft.com/office/powerpoint/2010/main" val="4140237303"/>
      </p:ext>
    </p:extLst>
  </p:cSld>
  <p:clrMapOvr>
    <a:masterClrMapping/>
  </p:clrMapOvr>
</p:sld>
</file>

<file path=ppt/theme/theme1.xml><?xml version="1.0" encoding="utf-8"?>
<a:theme xmlns:a="http://schemas.openxmlformats.org/drawingml/2006/main" name="Integ Partner">
  <a:themeElements>
    <a:clrScheme name="Integ Partner">
      <a:dk1>
        <a:sysClr val="windowText" lastClr="000000"/>
      </a:dk1>
      <a:lt1>
        <a:sysClr val="window" lastClr="FFFFFF"/>
      </a:lt1>
      <a:dk2>
        <a:srgbClr val="0F4949"/>
      </a:dk2>
      <a:lt2>
        <a:srgbClr val="F7F4E7"/>
      </a:lt2>
      <a:accent1>
        <a:srgbClr val="0F4949"/>
      </a:accent1>
      <a:accent2>
        <a:srgbClr val="5F3059"/>
      </a:accent2>
      <a:accent3>
        <a:srgbClr val="135F5F"/>
      </a:accent3>
      <a:accent4>
        <a:srgbClr val="27BDBE"/>
      </a:accent4>
      <a:accent5>
        <a:srgbClr val="1F1F23"/>
      </a:accent5>
      <a:accent6>
        <a:srgbClr val="F7F4E7"/>
      </a:accent6>
      <a:hlink>
        <a:srgbClr val="0F4949"/>
      </a:hlink>
      <a:folHlink>
        <a:srgbClr val="0F4949"/>
      </a:folHlink>
    </a:clrScheme>
    <a:fontScheme name="Integ Partner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500" dirty="0" err="1"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500" dirty="0" err="1"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3A26EF-F4CF-974C-B531-A282C2CA2A11}" vid="{243210F3-EB94-AC43-A7EE-C5C997303A3C}"/>
    </a:ext>
  </a:extLst>
</a:theme>
</file>

<file path=ppt/theme/theme2.xml><?xml version="1.0" encoding="utf-8"?>
<a:theme xmlns:a="http://schemas.openxmlformats.org/drawingml/2006/main" name="Office-tema">
  <a:themeElements>
    <a:clrScheme name="Integ Partner">
      <a:dk1>
        <a:sysClr val="windowText" lastClr="000000"/>
      </a:dk1>
      <a:lt1>
        <a:sysClr val="window" lastClr="FFFFFF"/>
      </a:lt1>
      <a:dk2>
        <a:srgbClr val="0F4949"/>
      </a:dk2>
      <a:lt2>
        <a:srgbClr val="F7F4E7"/>
      </a:lt2>
      <a:accent1>
        <a:srgbClr val="0F4949"/>
      </a:accent1>
      <a:accent2>
        <a:srgbClr val="5F3059"/>
      </a:accent2>
      <a:accent3>
        <a:srgbClr val="135F5F"/>
      </a:accent3>
      <a:accent4>
        <a:srgbClr val="27BDBE"/>
      </a:accent4>
      <a:accent5>
        <a:srgbClr val="1F1F23"/>
      </a:accent5>
      <a:accent6>
        <a:srgbClr val="F7F4E7"/>
      </a:accent6>
      <a:hlink>
        <a:srgbClr val="0F4949"/>
      </a:hlink>
      <a:folHlink>
        <a:srgbClr val="0F4949"/>
      </a:folHlink>
    </a:clrScheme>
    <a:fontScheme name="Integ Partner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eg Partner">
      <a:dk1>
        <a:sysClr val="windowText" lastClr="000000"/>
      </a:dk1>
      <a:lt1>
        <a:sysClr val="window" lastClr="FFFFFF"/>
      </a:lt1>
      <a:dk2>
        <a:srgbClr val="0F4949"/>
      </a:dk2>
      <a:lt2>
        <a:srgbClr val="F7F4E7"/>
      </a:lt2>
      <a:accent1>
        <a:srgbClr val="0F4949"/>
      </a:accent1>
      <a:accent2>
        <a:srgbClr val="5F3059"/>
      </a:accent2>
      <a:accent3>
        <a:srgbClr val="135F5F"/>
      </a:accent3>
      <a:accent4>
        <a:srgbClr val="27BDBE"/>
      </a:accent4>
      <a:accent5>
        <a:srgbClr val="1F1F23"/>
      </a:accent5>
      <a:accent6>
        <a:srgbClr val="F7F4E7"/>
      </a:accent6>
      <a:hlink>
        <a:srgbClr val="0F4949"/>
      </a:hlink>
      <a:folHlink>
        <a:srgbClr val="0F4949"/>
      </a:folHlink>
    </a:clrScheme>
    <a:fontScheme name="Integ Partner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931610-F55B-482F-8719-FC5500382874}">
  <we:reference id="33491e4f-5d38-4c24-85cb-c5144f8a0d2f" version="1.0.0.0" store="EXCatalog" storeType="EXCatalog"/>
  <we:alternateReferences/>
  <we:properties>
    <we:property name="Office.AutoShowTaskpaneWithDocument" value="fals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7532cd0-e888-47d6-8f58-db0210f25002" xsi:nil="true"/>
    <lcf76f155ced4ddcb4097134ff3c332f xmlns="10c3a147-0d64-46aa-a281-dc97358e837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29BBCBF21362E4099AE6C2F27C58737" ma:contentTypeVersion="26" ma:contentTypeDescription="Skapa ett nytt dokument." ma:contentTypeScope="" ma:versionID="9bc3b9a0df714373433d148c21e1c920">
  <xsd:schema xmlns:xsd="http://www.w3.org/2001/XMLSchema" xmlns:xs="http://www.w3.org/2001/XMLSchema" xmlns:p="http://schemas.microsoft.com/office/2006/metadata/properties" xmlns:ns2="10c3a147-0d64-46aa-a281-dc97358e8373" xmlns:ns3="d7532cd0-e888-47d6-8f58-db0210f25002" targetNamespace="http://schemas.microsoft.com/office/2006/metadata/properties" ma:root="true" ma:fieldsID="a24850d4e71b7bcb744885432061bde5" ns2:_="" ns3:_="">
    <xsd:import namespace="10c3a147-0d64-46aa-a281-dc97358e8373"/>
    <xsd:import namespace="d7532cd0-e888-47d6-8f58-db0210f250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c3a147-0d64-46aa-a281-dc97358e8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eringar" ma:readOnly="false" ma:fieldId="{5cf76f15-5ced-4ddc-b409-7134ff3c332f}" ma:taxonomyMulti="true" ma:sspId="e641fc9e-d469-439b-858c-bb315f8f2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532cd0-e888-47d6-8f58-db0210f2500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a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at med information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e5a329e-0f68-4a06-bd4b-cec4da084e05}" ma:internalName="TaxCatchAll" ma:showField="CatchAllData" ma:web="d7532cd0-e888-47d6-8f58-db0210f250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ABDA6A-1F6C-4B42-8544-08E5AE6AC91F}">
  <ds:schemaRefs>
    <ds:schemaRef ds:uri="http://schemas.microsoft.com/office/2006/documentManagement/types"/>
    <ds:schemaRef ds:uri="http://www.w3.org/XML/1998/namespace"/>
    <ds:schemaRef ds:uri="http://purl.org/dc/elements/1.1/"/>
    <ds:schemaRef ds:uri="10c3a147-0d64-46aa-a281-dc97358e8373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d7532cd0-e888-47d6-8f58-db0210f2500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1ECD559-CF79-46FF-A111-4571D0D306C3}">
  <ds:schemaRefs>
    <ds:schemaRef ds:uri="10c3a147-0d64-46aa-a281-dc97358e8373"/>
    <ds:schemaRef ds:uri="d7532cd0-e888-47d6-8f58-db0210f2500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EBAD6A-AFE5-46E0-9A90-AF4AB80FFB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 Partner</Template>
  <TotalTime>29</TotalTime>
  <Words>173</Words>
  <Application>Microsoft Macintosh PowerPoint</Application>
  <PresentationFormat>Bredbild</PresentationFormat>
  <Paragraphs>54</Paragraphs>
  <Slides>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1" baseType="lpstr">
      <vt:lpstr>Arial</vt:lpstr>
      <vt:lpstr>Copperplate</vt:lpstr>
      <vt:lpstr>Georgia</vt:lpstr>
      <vt:lpstr>Wingdings</vt:lpstr>
      <vt:lpstr>Integ Partner</vt:lpstr>
      <vt:lpstr>Web Toolkit</vt:lpstr>
      <vt:lpstr>Syftet med Web Toolkit: Säkerställa de fem komponenterna för vitalitet och resultat i möten</vt:lpstr>
      <vt:lpstr>PowerPoint-presentation</vt:lpstr>
      <vt:lpstr>PowerPoint-presentation</vt:lpstr>
      <vt:lpstr>PowerPoint-presentation</vt:lpstr>
      <vt:lpstr>Prismodell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Fredrik Lockley</dc:creator>
  <cp:lastModifiedBy>Fredrik Lockley</cp:lastModifiedBy>
  <cp:revision>1</cp:revision>
  <dcterms:created xsi:type="dcterms:W3CDTF">2025-06-16T14:57:09Z</dcterms:created>
  <dcterms:modified xsi:type="dcterms:W3CDTF">2025-08-25T09:23:35Z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0x010100129BBCBF21362E4099AE6C2F27C58737</vt:lpwstr>
  </property>
  <property fmtid="{D5CDD505-2E9C-101B-9397-08002B2CF9AE}" pid="3" name="Order">
    <vt:r8>32000</vt:r8>
  </property>
  <property fmtid="{D5CDD505-2E9C-101B-9397-08002B2CF9AE}" pid="4" name="MediaServiceImageTags">
    <vt:lpwstr/>
  </property>
  <property fmtid="{D5CDD505-2E9C-101B-9397-08002B2CF9AE}" pid="5" name="NumCols">
    <vt:lpwstr>6</vt:lpwstr>
  </property>
  <property fmtid="{D5CDD505-2E9C-101B-9397-08002B2CF9AE}" pid="6" name="NumRows">
    <vt:lpwstr>5</vt:lpwstr>
  </property>
  <property fmtid="{D5CDD505-2E9C-101B-9397-08002B2CF9AE}" pid="7" name="ColSpacing">
    <vt:lpwstr>0,7</vt:lpwstr>
  </property>
  <property fmtid="{D5CDD505-2E9C-101B-9397-08002B2CF9AE}" pid="8" name="RowSpacing">
    <vt:lpwstr>0,7</vt:lpwstr>
  </property>
  <property fmtid="{D5CDD505-2E9C-101B-9397-08002B2CF9AE}" pid="9" name="Mall">
    <vt:lpwstr>2</vt:lpwstr>
  </property>
  <property fmtid="{D5CDD505-2E9C-101B-9397-08002B2CF9AE}" pid="10" name="Mleft">
    <vt:lpwstr>1,5</vt:lpwstr>
  </property>
  <property fmtid="{D5CDD505-2E9C-101B-9397-08002B2CF9AE}" pid="11" name="Mright">
    <vt:lpwstr>1,5</vt:lpwstr>
  </property>
  <property fmtid="{D5CDD505-2E9C-101B-9397-08002B2CF9AE}" pid="12" name="Mtop">
    <vt:lpwstr>1,9</vt:lpwstr>
  </property>
  <property fmtid="{D5CDD505-2E9C-101B-9397-08002B2CF9AE}" pid="13" name="Mbot">
    <vt:lpwstr>1,5</vt:lpwstr>
  </property>
</Properties>
</file>